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6" Type="http://schemas.openxmlformats.org/officeDocument/2006/relationships/image" Target="../media/image34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6" Type="http://schemas.openxmlformats.org/officeDocument/2006/relationships/image" Target="../media/image34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DAD238-FF4B-4017-8AEE-A6F496616460}" type="doc">
      <dgm:prSet loTypeId="urn:microsoft.com/office/officeart/2005/8/layout/vList2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7795D92-7A13-4170-BF22-759DFA67CA82}">
      <dgm:prSet/>
      <dgm:spPr/>
      <dgm:t>
        <a:bodyPr/>
        <a:lstStyle/>
        <a:p>
          <a:r>
            <a:rPr lang="en-US"/>
            <a:t>This project focuses on analyzing customer reviews using Natural Language Processing (NLP) techniques.</a:t>
          </a:r>
        </a:p>
      </dgm:t>
    </dgm:pt>
    <dgm:pt modelId="{1F3BA686-6B95-452F-8544-29F6BDFDB988}" type="parTrans" cxnId="{414508F2-BF17-448F-8D08-21F0281B35A2}">
      <dgm:prSet/>
      <dgm:spPr/>
      <dgm:t>
        <a:bodyPr/>
        <a:lstStyle/>
        <a:p>
          <a:endParaRPr lang="en-US"/>
        </a:p>
      </dgm:t>
    </dgm:pt>
    <dgm:pt modelId="{A1242CC8-1FD5-47C2-9BBC-30BEB58C2067}" type="sibTrans" cxnId="{414508F2-BF17-448F-8D08-21F0281B35A2}">
      <dgm:prSet/>
      <dgm:spPr/>
      <dgm:t>
        <a:bodyPr/>
        <a:lstStyle/>
        <a:p>
          <a:endParaRPr lang="en-US"/>
        </a:p>
      </dgm:t>
    </dgm:pt>
    <dgm:pt modelId="{772923F2-3117-49FA-8E94-23F1DE72C19F}">
      <dgm:prSet/>
      <dgm:spPr/>
      <dgm:t>
        <a:bodyPr/>
        <a:lstStyle/>
        <a:p>
          <a:r>
            <a:rPr lang="en-US"/>
            <a:t>✅ Objective:</a:t>
          </a:r>
        </a:p>
      </dgm:t>
    </dgm:pt>
    <dgm:pt modelId="{1081675D-AC27-4251-9AE5-FC42ACB652B9}" type="parTrans" cxnId="{5705A480-B4C1-41EC-95F3-127842381A5C}">
      <dgm:prSet/>
      <dgm:spPr/>
      <dgm:t>
        <a:bodyPr/>
        <a:lstStyle/>
        <a:p>
          <a:endParaRPr lang="en-US"/>
        </a:p>
      </dgm:t>
    </dgm:pt>
    <dgm:pt modelId="{C80C4756-7FE3-40B3-A324-728C7836549A}" type="sibTrans" cxnId="{5705A480-B4C1-41EC-95F3-127842381A5C}">
      <dgm:prSet/>
      <dgm:spPr/>
      <dgm:t>
        <a:bodyPr/>
        <a:lstStyle/>
        <a:p>
          <a:endParaRPr lang="en-US"/>
        </a:p>
      </dgm:t>
    </dgm:pt>
    <dgm:pt modelId="{09676932-A916-4852-B9FB-10C0FD3F0AD9}">
      <dgm:prSet/>
      <dgm:spPr/>
      <dgm:t>
        <a:bodyPr/>
        <a:lstStyle/>
        <a:p>
          <a:r>
            <a:rPr lang="en-US"/>
            <a:t>- Identify the sentiment (Positive, Negative, Neutral) from customer reviews.</a:t>
          </a:r>
        </a:p>
      </dgm:t>
    </dgm:pt>
    <dgm:pt modelId="{AA4D7225-84B7-4833-865B-830D93B3F198}" type="parTrans" cxnId="{6B30D383-E991-4735-9F10-1240A8808B93}">
      <dgm:prSet/>
      <dgm:spPr/>
      <dgm:t>
        <a:bodyPr/>
        <a:lstStyle/>
        <a:p>
          <a:endParaRPr lang="en-US"/>
        </a:p>
      </dgm:t>
    </dgm:pt>
    <dgm:pt modelId="{B41EC3D2-3CFC-4724-9CEC-EC121FD9B634}" type="sibTrans" cxnId="{6B30D383-E991-4735-9F10-1240A8808B93}">
      <dgm:prSet/>
      <dgm:spPr/>
      <dgm:t>
        <a:bodyPr/>
        <a:lstStyle/>
        <a:p>
          <a:endParaRPr lang="en-US"/>
        </a:p>
      </dgm:t>
    </dgm:pt>
    <dgm:pt modelId="{94174E20-BDB2-40D6-BDE5-0C0CE2BA9C86}">
      <dgm:prSet/>
      <dgm:spPr/>
      <dgm:t>
        <a:bodyPr/>
        <a:lstStyle/>
        <a:p>
          <a:r>
            <a:rPr lang="en-US"/>
            <a:t>- Understand customer emotions and feedback patterns.</a:t>
          </a:r>
        </a:p>
      </dgm:t>
    </dgm:pt>
    <dgm:pt modelId="{B52299A5-0D4B-4E27-9BDF-710D4E955EC0}" type="parTrans" cxnId="{D93C230A-CC2B-4345-BDC5-C7E214C05B1D}">
      <dgm:prSet/>
      <dgm:spPr/>
      <dgm:t>
        <a:bodyPr/>
        <a:lstStyle/>
        <a:p>
          <a:endParaRPr lang="en-US"/>
        </a:p>
      </dgm:t>
    </dgm:pt>
    <dgm:pt modelId="{5F3C8F35-1497-445F-A6D5-C485192E1F01}" type="sibTrans" cxnId="{D93C230A-CC2B-4345-BDC5-C7E214C05B1D}">
      <dgm:prSet/>
      <dgm:spPr/>
      <dgm:t>
        <a:bodyPr/>
        <a:lstStyle/>
        <a:p>
          <a:endParaRPr lang="en-US"/>
        </a:p>
      </dgm:t>
    </dgm:pt>
    <dgm:pt modelId="{8D36C972-EFB0-4399-95AF-72BE23DCCA14}">
      <dgm:prSet/>
      <dgm:spPr/>
      <dgm:t>
        <a:bodyPr/>
        <a:lstStyle/>
        <a:p>
          <a:r>
            <a:rPr lang="en-US"/>
            <a:t>✅ Importance:</a:t>
          </a:r>
        </a:p>
      </dgm:t>
    </dgm:pt>
    <dgm:pt modelId="{DEF4FF6A-E906-4697-848C-ADFE7456F106}" type="parTrans" cxnId="{E06E2A29-AD88-4C05-9F31-25A9BFAC57FD}">
      <dgm:prSet/>
      <dgm:spPr/>
      <dgm:t>
        <a:bodyPr/>
        <a:lstStyle/>
        <a:p>
          <a:endParaRPr lang="en-US"/>
        </a:p>
      </dgm:t>
    </dgm:pt>
    <dgm:pt modelId="{DF567E5E-F286-4FAF-9C6C-4F94E3DA8051}" type="sibTrans" cxnId="{E06E2A29-AD88-4C05-9F31-25A9BFAC57FD}">
      <dgm:prSet/>
      <dgm:spPr/>
      <dgm:t>
        <a:bodyPr/>
        <a:lstStyle/>
        <a:p>
          <a:endParaRPr lang="en-US"/>
        </a:p>
      </dgm:t>
    </dgm:pt>
    <dgm:pt modelId="{240A3762-94F2-492A-8011-07D8861A4CE3}">
      <dgm:prSet/>
      <dgm:spPr/>
      <dgm:t>
        <a:bodyPr/>
        <a:lstStyle/>
        <a:p>
          <a:r>
            <a:rPr lang="en-US"/>
            <a:t>- Helps companies track satisfaction.</a:t>
          </a:r>
        </a:p>
      </dgm:t>
    </dgm:pt>
    <dgm:pt modelId="{098222F8-61AA-4FB0-8721-4DF60F73FC7A}" type="parTrans" cxnId="{0A792794-A0AC-471B-9FAB-5E242407DA89}">
      <dgm:prSet/>
      <dgm:spPr/>
      <dgm:t>
        <a:bodyPr/>
        <a:lstStyle/>
        <a:p>
          <a:endParaRPr lang="en-US"/>
        </a:p>
      </dgm:t>
    </dgm:pt>
    <dgm:pt modelId="{794B2B33-496B-4A8E-BC47-99B194D1BB2B}" type="sibTrans" cxnId="{0A792794-A0AC-471B-9FAB-5E242407DA89}">
      <dgm:prSet/>
      <dgm:spPr/>
      <dgm:t>
        <a:bodyPr/>
        <a:lstStyle/>
        <a:p>
          <a:endParaRPr lang="en-US"/>
        </a:p>
      </dgm:t>
    </dgm:pt>
    <dgm:pt modelId="{7C60674F-8BA7-4ED6-A8C9-353748E3FB0B}">
      <dgm:prSet/>
      <dgm:spPr/>
      <dgm:t>
        <a:bodyPr/>
        <a:lstStyle/>
        <a:p>
          <a:r>
            <a:rPr lang="en-US"/>
            <a:t>- Improves customer service and marketing strategies.</a:t>
          </a:r>
        </a:p>
      </dgm:t>
    </dgm:pt>
    <dgm:pt modelId="{48806EBE-F408-49D7-849E-100C3F4B5590}" type="parTrans" cxnId="{704B7DBB-95EA-45AA-B7D3-5F1BEF224170}">
      <dgm:prSet/>
      <dgm:spPr/>
      <dgm:t>
        <a:bodyPr/>
        <a:lstStyle/>
        <a:p>
          <a:endParaRPr lang="en-US"/>
        </a:p>
      </dgm:t>
    </dgm:pt>
    <dgm:pt modelId="{69F423FD-20E9-48ED-8E2D-A4C9CD368A49}" type="sibTrans" cxnId="{704B7DBB-95EA-45AA-B7D3-5F1BEF224170}">
      <dgm:prSet/>
      <dgm:spPr/>
      <dgm:t>
        <a:bodyPr/>
        <a:lstStyle/>
        <a:p>
          <a:endParaRPr lang="en-US"/>
        </a:p>
      </dgm:t>
    </dgm:pt>
    <dgm:pt modelId="{E39DD5AA-94FD-4904-ADC3-B73053438D67}" type="pres">
      <dgm:prSet presAssocID="{F0DAD238-FF4B-4017-8AEE-A6F496616460}" presName="linear" presStyleCnt="0">
        <dgm:presLayoutVars>
          <dgm:animLvl val="lvl"/>
          <dgm:resizeHandles val="exact"/>
        </dgm:presLayoutVars>
      </dgm:prSet>
      <dgm:spPr/>
    </dgm:pt>
    <dgm:pt modelId="{3C7D4506-2A32-46FA-9817-4B2E8C4706AC}" type="pres">
      <dgm:prSet presAssocID="{97795D92-7A13-4170-BF22-759DFA67CA8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B3AAFE3-1D42-4844-8500-738F97274291}" type="pres">
      <dgm:prSet presAssocID="{A1242CC8-1FD5-47C2-9BBC-30BEB58C2067}" presName="spacer" presStyleCnt="0"/>
      <dgm:spPr/>
    </dgm:pt>
    <dgm:pt modelId="{95FBB2EB-2FA6-4386-A024-21203D0C1F96}" type="pres">
      <dgm:prSet presAssocID="{772923F2-3117-49FA-8E94-23F1DE72C19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B020A87-BA26-4CDF-BD76-7DDA698BF7DA}" type="pres">
      <dgm:prSet presAssocID="{C80C4756-7FE3-40B3-A324-728C7836549A}" presName="spacer" presStyleCnt="0"/>
      <dgm:spPr/>
    </dgm:pt>
    <dgm:pt modelId="{BC3ACF70-F4AD-4B5C-91F3-238ADD4106EF}" type="pres">
      <dgm:prSet presAssocID="{09676932-A916-4852-B9FB-10C0FD3F0AD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13D3A8D-FACD-44AB-8809-24BE062B49E1}" type="pres">
      <dgm:prSet presAssocID="{B41EC3D2-3CFC-4724-9CEC-EC121FD9B634}" presName="spacer" presStyleCnt="0"/>
      <dgm:spPr/>
    </dgm:pt>
    <dgm:pt modelId="{1CA8CB29-04C3-469A-A649-FBA53FF78DE4}" type="pres">
      <dgm:prSet presAssocID="{94174E20-BDB2-40D6-BDE5-0C0CE2BA9C8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624E4AA-E076-4D4E-AB07-23460ADB2792}" type="pres">
      <dgm:prSet presAssocID="{5F3C8F35-1497-445F-A6D5-C485192E1F01}" presName="spacer" presStyleCnt="0"/>
      <dgm:spPr/>
    </dgm:pt>
    <dgm:pt modelId="{77571956-D5CF-4BF0-B446-42A734B6CF1C}" type="pres">
      <dgm:prSet presAssocID="{8D36C972-EFB0-4399-95AF-72BE23DCCA1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80E6557-DFE6-4850-B501-6252ADE07872}" type="pres">
      <dgm:prSet presAssocID="{DF567E5E-F286-4FAF-9C6C-4F94E3DA8051}" presName="spacer" presStyleCnt="0"/>
      <dgm:spPr/>
    </dgm:pt>
    <dgm:pt modelId="{546334ED-0506-4759-BC7C-2D72150EB83C}" type="pres">
      <dgm:prSet presAssocID="{240A3762-94F2-492A-8011-07D8861A4CE3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5EBF27B-5857-4C80-BA3C-56626190F264}" type="pres">
      <dgm:prSet presAssocID="{794B2B33-496B-4A8E-BC47-99B194D1BB2B}" presName="spacer" presStyleCnt="0"/>
      <dgm:spPr/>
    </dgm:pt>
    <dgm:pt modelId="{5454DBCC-32A5-4B93-A76F-459FDBC6AD69}" type="pres">
      <dgm:prSet presAssocID="{7C60674F-8BA7-4ED6-A8C9-353748E3FB0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93C230A-CC2B-4345-BDC5-C7E214C05B1D}" srcId="{F0DAD238-FF4B-4017-8AEE-A6F496616460}" destId="{94174E20-BDB2-40D6-BDE5-0C0CE2BA9C86}" srcOrd="3" destOrd="0" parTransId="{B52299A5-0D4B-4E27-9BDF-710D4E955EC0}" sibTransId="{5F3C8F35-1497-445F-A6D5-C485192E1F01}"/>
    <dgm:cxn modelId="{94ADE519-1A77-4BAB-B525-9820B3E2ADE9}" type="presOf" srcId="{97795D92-7A13-4170-BF22-759DFA67CA82}" destId="{3C7D4506-2A32-46FA-9817-4B2E8C4706AC}" srcOrd="0" destOrd="0" presId="urn:microsoft.com/office/officeart/2005/8/layout/vList2"/>
    <dgm:cxn modelId="{F34C6827-D2C6-47D6-ACE2-914FA51AA7E3}" type="presOf" srcId="{09676932-A916-4852-B9FB-10C0FD3F0AD9}" destId="{BC3ACF70-F4AD-4B5C-91F3-238ADD4106EF}" srcOrd="0" destOrd="0" presId="urn:microsoft.com/office/officeart/2005/8/layout/vList2"/>
    <dgm:cxn modelId="{E06E2A29-AD88-4C05-9F31-25A9BFAC57FD}" srcId="{F0DAD238-FF4B-4017-8AEE-A6F496616460}" destId="{8D36C972-EFB0-4399-95AF-72BE23DCCA14}" srcOrd="4" destOrd="0" parTransId="{DEF4FF6A-E906-4697-848C-ADFE7456F106}" sibTransId="{DF567E5E-F286-4FAF-9C6C-4F94E3DA8051}"/>
    <dgm:cxn modelId="{B28DF043-14B5-4015-B9BF-4E0B45FA7FBB}" type="presOf" srcId="{772923F2-3117-49FA-8E94-23F1DE72C19F}" destId="{95FBB2EB-2FA6-4386-A024-21203D0C1F96}" srcOrd="0" destOrd="0" presId="urn:microsoft.com/office/officeart/2005/8/layout/vList2"/>
    <dgm:cxn modelId="{1F0F646D-F0FD-4773-BC1A-30780FC1A2A7}" type="presOf" srcId="{94174E20-BDB2-40D6-BDE5-0C0CE2BA9C86}" destId="{1CA8CB29-04C3-469A-A649-FBA53FF78DE4}" srcOrd="0" destOrd="0" presId="urn:microsoft.com/office/officeart/2005/8/layout/vList2"/>
    <dgm:cxn modelId="{6AA54D79-5D5D-4083-8622-C9EF417A4916}" type="presOf" srcId="{7C60674F-8BA7-4ED6-A8C9-353748E3FB0B}" destId="{5454DBCC-32A5-4B93-A76F-459FDBC6AD69}" srcOrd="0" destOrd="0" presId="urn:microsoft.com/office/officeart/2005/8/layout/vList2"/>
    <dgm:cxn modelId="{5705A480-B4C1-41EC-95F3-127842381A5C}" srcId="{F0DAD238-FF4B-4017-8AEE-A6F496616460}" destId="{772923F2-3117-49FA-8E94-23F1DE72C19F}" srcOrd="1" destOrd="0" parTransId="{1081675D-AC27-4251-9AE5-FC42ACB652B9}" sibTransId="{C80C4756-7FE3-40B3-A324-728C7836549A}"/>
    <dgm:cxn modelId="{6B30D383-E991-4735-9F10-1240A8808B93}" srcId="{F0DAD238-FF4B-4017-8AEE-A6F496616460}" destId="{09676932-A916-4852-B9FB-10C0FD3F0AD9}" srcOrd="2" destOrd="0" parTransId="{AA4D7225-84B7-4833-865B-830D93B3F198}" sibTransId="{B41EC3D2-3CFC-4724-9CEC-EC121FD9B634}"/>
    <dgm:cxn modelId="{0A792794-A0AC-471B-9FAB-5E242407DA89}" srcId="{F0DAD238-FF4B-4017-8AEE-A6F496616460}" destId="{240A3762-94F2-492A-8011-07D8861A4CE3}" srcOrd="5" destOrd="0" parTransId="{098222F8-61AA-4FB0-8721-4DF60F73FC7A}" sibTransId="{794B2B33-496B-4A8E-BC47-99B194D1BB2B}"/>
    <dgm:cxn modelId="{440345AE-B893-4E91-B56D-615DB70C171B}" type="presOf" srcId="{240A3762-94F2-492A-8011-07D8861A4CE3}" destId="{546334ED-0506-4759-BC7C-2D72150EB83C}" srcOrd="0" destOrd="0" presId="urn:microsoft.com/office/officeart/2005/8/layout/vList2"/>
    <dgm:cxn modelId="{704B7DBB-95EA-45AA-B7D3-5F1BEF224170}" srcId="{F0DAD238-FF4B-4017-8AEE-A6F496616460}" destId="{7C60674F-8BA7-4ED6-A8C9-353748E3FB0B}" srcOrd="6" destOrd="0" parTransId="{48806EBE-F408-49D7-849E-100C3F4B5590}" sibTransId="{69F423FD-20E9-48ED-8E2D-A4C9CD368A49}"/>
    <dgm:cxn modelId="{D226BFC0-1D03-452E-8BD9-2694F49B609C}" type="presOf" srcId="{F0DAD238-FF4B-4017-8AEE-A6F496616460}" destId="{E39DD5AA-94FD-4904-ADC3-B73053438D67}" srcOrd="0" destOrd="0" presId="urn:microsoft.com/office/officeart/2005/8/layout/vList2"/>
    <dgm:cxn modelId="{89BD50D7-DCC5-4BD2-ABE5-7CFD9CC36333}" type="presOf" srcId="{8D36C972-EFB0-4399-95AF-72BE23DCCA14}" destId="{77571956-D5CF-4BF0-B446-42A734B6CF1C}" srcOrd="0" destOrd="0" presId="urn:microsoft.com/office/officeart/2005/8/layout/vList2"/>
    <dgm:cxn modelId="{414508F2-BF17-448F-8D08-21F0281B35A2}" srcId="{F0DAD238-FF4B-4017-8AEE-A6F496616460}" destId="{97795D92-7A13-4170-BF22-759DFA67CA82}" srcOrd="0" destOrd="0" parTransId="{1F3BA686-6B95-452F-8544-29F6BDFDB988}" sibTransId="{A1242CC8-1FD5-47C2-9BBC-30BEB58C2067}"/>
    <dgm:cxn modelId="{C88BCE76-0760-4065-A1E2-B5706595626C}" type="presParOf" srcId="{E39DD5AA-94FD-4904-ADC3-B73053438D67}" destId="{3C7D4506-2A32-46FA-9817-4B2E8C4706AC}" srcOrd="0" destOrd="0" presId="urn:microsoft.com/office/officeart/2005/8/layout/vList2"/>
    <dgm:cxn modelId="{AB7B4468-A8AA-4D03-A25C-70B414CB4E0C}" type="presParOf" srcId="{E39DD5AA-94FD-4904-ADC3-B73053438D67}" destId="{7B3AAFE3-1D42-4844-8500-738F97274291}" srcOrd="1" destOrd="0" presId="urn:microsoft.com/office/officeart/2005/8/layout/vList2"/>
    <dgm:cxn modelId="{FF75F9C4-F141-44AE-82A1-6771AC895F88}" type="presParOf" srcId="{E39DD5AA-94FD-4904-ADC3-B73053438D67}" destId="{95FBB2EB-2FA6-4386-A024-21203D0C1F96}" srcOrd="2" destOrd="0" presId="urn:microsoft.com/office/officeart/2005/8/layout/vList2"/>
    <dgm:cxn modelId="{5DE06E8D-DD76-467E-AD57-6224D9F543A0}" type="presParOf" srcId="{E39DD5AA-94FD-4904-ADC3-B73053438D67}" destId="{8B020A87-BA26-4CDF-BD76-7DDA698BF7DA}" srcOrd="3" destOrd="0" presId="urn:microsoft.com/office/officeart/2005/8/layout/vList2"/>
    <dgm:cxn modelId="{BF7963E2-49E3-4763-A648-94C3DCA1DCA9}" type="presParOf" srcId="{E39DD5AA-94FD-4904-ADC3-B73053438D67}" destId="{BC3ACF70-F4AD-4B5C-91F3-238ADD4106EF}" srcOrd="4" destOrd="0" presId="urn:microsoft.com/office/officeart/2005/8/layout/vList2"/>
    <dgm:cxn modelId="{D0AA3EC4-23C8-427B-92A2-3DCF5E93985A}" type="presParOf" srcId="{E39DD5AA-94FD-4904-ADC3-B73053438D67}" destId="{213D3A8D-FACD-44AB-8809-24BE062B49E1}" srcOrd="5" destOrd="0" presId="urn:microsoft.com/office/officeart/2005/8/layout/vList2"/>
    <dgm:cxn modelId="{4094AB32-2545-4D74-8A77-8E4BE4FC6997}" type="presParOf" srcId="{E39DD5AA-94FD-4904-ADC3-B73053438D67}" destId="{1CA8CB29-04C3-469A-A649-FBA53FF78DE4}" srcOrd="6" destOrd="0" presId="urn:microsoft.com/office/officeart/2005/8/layout/vList2"/>
    <dgm:cxn modelId="{2DC706CC-8241-4280-B244-8CA79EA0658D}" type="presParOf" srcId="{E39DD5AA-94FD-4904-ADC3-B73053438D67}" destId="{E624E4AA-E076-4D4E-AB07-23460ADB2792}" srcOrd="7" destOrd="0" presId="urn:microsoft.com/office/officeart/2005/8/layout/vList2"/>
    <dgm:cxn modelId="{8FC62621-CC84-487A-AECA-D847C729DDC4}" type="presParOf" srcId="{E39DD5AA-94FD-4904-ADC3-B73053438D67}" destId="{77571956-D5CF-4BF0-B446-42A734B6CF1C}" srcOrd="8" destOrd="0" presId="urn:microsoft.com/office/officeart/2005/8/layout/vList2"/>
    <dgm:cxn modelId="{370B6783-9B8D-48F9-9994-82CCF45D9045}" type="presParOf" srcId="{E39DD5AA-94FD-4904-ADC3-B73053438D67}" destId="{080E6557-DFE6-4850-B501-6252ADE07872}" srcOrd="9" destOrd="0" presId="urn:microsoft.com/office/officeart/2005/8/layout/vList2"/>
    <dgm:cxn modelId="{632E8B84-943E-4AF9-A56F-FE110A3A2020}" type="presParOf" srcId="{E39DD5AA-94FD-4904-ADC3-B73053438D67}" destId="{546334ED-0506-4759-BC7C-2D72150EB83C}" srcOrd="10" destOrd="0" presId="urn:microsoft.com/office/officeart/2005/8/layout/vList2"/>
    <dgm:cxn modelId="{1471CC32-2DBA-4522-ADED-95A183BCA54B}" type="presParOf" srcId="{E39DD5AA-94FD-4904-ADC3-B73053438D67}" destId="{C5EBF27B-5857-4C80-BA3C-56626190F264}" srcOrd="11" destOrd="0" presId="urn:microsoft.com/office/officeart/2005/8/layout/vList2"/>
    <dgm:cxn modelId="{0D36257F-7B95-47BA-A6A6-1C428FAC16FE}" type="presParOf" srcId="{E39DD5AA-94FD-4904-ADC3-B73053438D67}" destId="{5454DBCC-32A5-4B93-A76F-459FDBC6AD6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DAFAED-4B7A-4893-956A-294BAEE4EC4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E554FE4-699C-44B7-9E9B-CAD08EF7A250}">
      <dgm:prSet/>
      <dgm:spPr/>
      <dgm:t>
        <a:bodyPr/>
        <a:lstStyle/>
        <a:p>
          <a:r>
            <a:rPr lang="en-US"/>
            <a:t>New features were created to add more meaning to the data.</a:t>
          </a:r>
        </a:p>
      </dgm:t>
    </dgm:pt>
    <dgm:pt modelId="{9877E2C3-C0CD-4DBA-A7BC-561BC9A40FCA}" type="parTrans" cxnId="{B574A0CB-A489-4470-A6CB-B39CDF814551}">
      <dgm:prSet/>
      <dgm:spPr/>
      <dgm:t>
        <a:bodyPr/>
        <a:lstStyle/>
        <a:p>
          <a:endParaRPr lang="en-US"/>
        </a:p>
      </dgm:t>
    </dgm:pt>
    <dgm:pt modelId="{58225FC5-F68A-42AC-ABD8-630E8ECE26DA}" type="sibTrans" cxnId="{B574A0CB-A489-4470-A6CB-B39CDF814551}">
      <dgm:prSet/>
      <dgm:spPr/>
      <dgm:t>
        <a:bodyPr/>
        <a:lstStyle/>
        <a:p>
          <a:endParaRPr lang="en-US"/>
        </a:p>
      </dgm:t>
    </dgm:pt>
    <dgm:pt modelId="{0C166A1E-DE7D-4FA7-A854-CB15392610A4}">
      <dgm:prSet/>
      <dgm:spPr/>
      <dgm:t>
        <a:bodyPr/>
        <a:lstStyle/>
        <a:p>
          <a:r>
            <a:rPr lang="en-US"/>
            <a:t>✅ Added Features:</a:t>
          </a:r>
        </a:p>
      </dgm:t>
    </dgm:pt>
    <dgm:pt modelId="{494491CA-4131-4CDA-9DED-00BF5E3411EA}" type="parTrans" cxnId="{58F82B69-5E0E-4258-8633-3866374CD480}">
      <dgm:prSet/>
      <dgm:spPr/>
      <dgm:t>
        <a:bodyPr/>
        <a:lstStyle/>
        <a:p>
          <a:endParaRPr lang="en-US"/>
        </a:p>
      </dgm:t>
    </dgm:pt>
    <dgm:pt modelId="{E5316112-90BD-4553-8DF0-C89FC57DA3BA}" type="sibTrans" cxnId="{58F82B69-5E0E-4258-8633-3866374CD480}">
      <dgm:prSet/>
      <dgm:spPr/>
      <dgm:t>
        <a:bodyPr/>
        <a:lstStyle/>
        <a:p>
          <a:endParaRPr lang="en-US"/>
        </a:p>
      </dgm:t>
    </dgm:pt>
    <dgm:pt modelId="{EAEB0E00-67A8-4CD8-A219-A423F6339A3A}">
      <dgm:prSet/>
      <dgm:spPr/>
      <dgm:t>
        <a:bodyPr/>
        <a:lstStyle/>
        <a:p>
          <a:r>
            <a:rPr lang="en-US"/>
            <a:t>- Review_Length: Total number of words in a review.</a:t>
          </a:r>
        </a:p>
      </dgm:t>
    </dgm:pt>
    <dgm:pt modelId="{DBB122A0-857B-434D-AC7E-D349332A22B9}" type="parTrans" cxnId="{BE4E92A7-F37A-490D-83FF-B9B846F7F02F}">
      <dgm:prSet/>
      <dgm:spPr/>
      <dgm:t>
        <a:bodyPr/>
        <a:lstStyle/>
        <a:p>
          <a:endParaRPr lang="en-US"/>
        </a:p>
      </dgm:t>
    </dgm:pt>
    <dgm:pt modelId="{4EA9A50F-4116-4D82-82CB-F072D4D2875A}" type="sibTrans" cxnId="{BE4E92A7-F37A-490D-83FF-B9B846F7F02F}">
      <dgm:prSet/>
      <dgm:spPr/>
      <dgm:t>
        <a:bodyPr/>
        <a:lstStyle/>
        <a:p>
          <a:endParaRPr lang="en-US"/>
        </a:p>
      </dgm:t>
    </dgm:pt>
    <dgm:pt modelId="{78722DC2-AEBF-4A84-814E-1D60F787B3DA}">
      <dgm:prSet/>
      <dgm:spPr/>
      <dgm:t>
        <a:bodyPr/>
        <a:lstStyle/>
        <a:p>
          <a:r>
            <a:rPr lang="en-US"/>
            <a:t>- Sentiment Score: Calculated using VADER tool.</a:t>
          </a:r>
        </a:p>
      </dgm:t>
    </dgm:pt>
    <dgm:pt modelId="{44BB6AC5-7C67-4CE6-ABF0-D04493D68B66}" type="parTrans" cxnId="{550F3710-1B6C-4526-A7B5-BB852FD59226}">
      <dgm:prSet/>
      <dgm:spPr/>
      <dgm:t>
        <a:bodyPr/>
        <a:lstStyle/>
        <a:p>
          <a:endParaRPr lang="en-US"/>
        </a:p>
      </dgm:t>
    </dgm:pt>
    <dgm:pt modelId="{0615A344-A166-4A2D-9100-65686F5A1FDE}" type="sibTrans" cxnId="{550F3710-1B6C-4526-A7B5-BB852FD59226}">
      <dgm:prSet/>
      <dgm:spPr/>
      <dgm:t>
        <a:bodyPr/>
        <a:lstStyle/>
        <a:p>
          <a:endParaRPr lang="en-US"/>
        </a:p>
      </dgm:t>
    </dgm:pt>
    <dgm:pt modelId="{791681FC-7938-4A05-9E74-9B6EF0DCD112}">
      <dgm:prSet/>
      <dgm:spPr/>
      <dgm:t>
        <a:bodyPr/>
        <a:lstStyle/>
        <a:p>
          <a:r>
            <a:rPr lang="en-US"/>
            <a:t>✅ Example:</a:t>
          </a:r>
        </a:p>
      </dgm:t>
    </dgm:pt>
    <dgm:pt modelId="{BCF4F27E-D649-40F7-8D49-EF36D30D9EEF}" type="parTrans" cxnId="{7E764F93-244A-45A2-98FD-6C7CB31DE1A3}">
      <dgm:prSet/>
      <dgm:spPr/>
      <dgm:t>
        <a:bodyPr/>
        <a:lstStyle/>
        <a:p>
          <a:endParaRPr lang="en-US"/>
        </a:p>
      </dgm:t>
    </dgm:pt>
    <dgm:pt modelId="{886EB8CA-064D-47AE-A523-7B595C9877C4}" type="sibTrans" cxnId="{7E764F93-244A-45A2-98FD-6C7CB31DE1A3}">
      <dgm:prSet/>
      <dgm:spPr/>
      <dgm:t>
        <a:bodyPr/>
        <a:lstStyle/>
        <a:p>
          <a:endParaRPr lang="en-US"/>
        </a:p>
      </dgm:t>
    </dgm:pt>
    <dgm:pt modelId="{9B870235-E420-4AF6-A249-A83C514C9501}">
      <dgm:prSet/>
      <dgm:spPr/>
      <dgm:t>
        <a:bodyPr/>
        <a:lstStyle/>
        <a:p>
          <a:r>
            <a:rPr lang="en-US"/>
            <a:t>• Review_Length helps analyze if long reviews are more negative.</a:t>
          </a:r>
        </a:p>
      </dgm:t>
    </dgm:pt>
    <dgm:pt modelId="{574B1F1B-7BD5-438E-8202-E94D1E27528B}" type="parTrans" cxnId="{7348EA9B-A3C3-4545-B29A-C71953DFC2AA}">
      <dgm:prSet/>
      <dgm:spPr/>
      <dgm:t>
        <a:bodyPr/>
        <a:lstStyle/>
        <a:p>
          <a:endParaRPr lang="en-US"/>
        </a:p>
      </dgm:t>
    </dgm:pt>
    <dgm:pt modelId="{E1D99955-DEA6-49AA-A1D2-B81B6A86175C}" type="sibTrans" cxnId="{7348EA9B-A3C3-4545-B29A-C71953DFC2AA}">
      <dgm:prSet/>
      <dgm:spPr/>
      <dgm:t>
        <a:bodyPr/>
        <a:lstStyle/>
        <a:p>
          <a:endParaRPr lang="en-US"/>
        </a:p>
      </dgm:t>
    </dgm:pt>
    <dgm:pt modelId="{50F78850-FD31-40F0-8304-B9337238C039}">
      <dgm:prSet/>
      <dgm:spPr/>
      <dgm:t>
        <a:bodyPr/>
        <a:lstStyle/>
        <a:p>
          <a:r>
            <a:rPr lang="en-US"/>
            <a:t>• Sentiment Score ranges from -1 (negative) to +1 (positive).</a:t>
          </a:r>
        </a:p>
      </dgm:t>
    </dgm:pt>
    <dgm:pt modelId="{5764AB2E-9CCD-46B1-912E-820482565E92}" type="parTrans" cxnId="{293084FE-F5B6-4F91-981E-E5B3FA24CB0E}">
      <dgm:prSet/>
      <dgm:spPr/>
      <dgm:t>
        <a:bodyPr/>
        <a:lstStyle/>
        <a:p>
          <a:endParaRPr lang="en-US"/>
        </a:p>
      </dgm:t>
    </dgm:pt>
    <dgm:pt modelId="{13DE5DD1-3A24-4335-B651-1825D33985FB}" type="sibTrans" cxnId="{293084FE-F5B6-4F91-981E-E5B3FA24CB0E}">
      <dgm:prSet/>
      <dgm:spPr/>
      <dgm:t>
        <a:bodyPr/>
        <a:lstStyle/>
        <a:p>
          <a:endParaRPr lang="en-US"/>
        </a:p>
      </dgm:t>
    </dgm:pt>
    <dgm:pt modelId="{357E6551-8128-46E7-A445-6BB7FA1A2944}" type="pres">
      <dgm:prSet presAssocID="{07DAFAED-4B7A-4893-956A-294BAEE4EC46}" presName="root" presStyleCnt="0">
        <dgm:presLayoutVars>
          <dgm:dir/>
          <dgm:resizeHandles val="exact"/>
        </dgm:presLayoutVars>
      </dgm:prSet>
      <dgm:spPr/>
    </dgm:pt>
    <dgm:pt modelId="{73A2A403-7850-4968-8F9C-174789E72F5B}" type="pres">
      <dgm:prSet presAssocID="{07DAFAED-4B7A-4893-956A-294BAEE4EC46}" presName="container" presStyleCnt="0">
        <dgm:presLayoutVars>
          <dgm:dir/>
          <dgm:resizeHandles val="exact"/>
        </dgm:presLayoutVars>
      </dgm:prSet>
      <dgm:spPr/>
    </dgm:pt>
    <dgm:pt modelId="{860F43AB-E203-49B7-86C0-F4D36DA11ECA}" type="pres">
      <dgm:prSet presAssocID="{DE554FE4-699C-44B7-9E9B-CAD08EF7A250}" presName="compNode" presStyleCnt="0"/>
      <dgm:spPr/>
    </dgm:pt>
    <dgm:pt modelId="{7CFC2F6B-1B4E-41FB-8DC1-BAF7F139C9BE}" type="pres">
      <dgm:prSet presAssocID="{DE554FE4-699C-44B7-9E9B-CAD08EF7A250}" presName="iconBgRect" presStyleLbl="bgShp" presStyleIdx="0" presStyleCnt="7"/>
      <dgm:spPr/>
    </dgm:pt>
    <dgm:pt modelId="{77A81B4A-5D20-4A6D-9DB2-C7C7FD77CB2F}" type="pres">
      <dgm:prSet presAssocID="{DE554FE4-699C-44B7-9E9B-CAD08EF7A25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0A740DB-67F7-401D-A65D-F05B25B9E549}" type="pres">
      <dgm:prSet presAssocID="{DE554FE4-699C-44B7-9E9B-CAD08EF7A250}" presName="spaceRect" presStyleCnt="0"/>
      <dgm:spPr/>
    </dgm:pt>
    <dgm:pt modelId="{9F703A1A-E6C9-41BF-9745-56487B5DE1E0}" type="pres">
      <dgm:prSet presAssocID="{DE554FE4-699C-44B7-9E9B-CAD08EF7A250}" presName="textRect" presStyleLbl="revTx" presStyleIdx="0" presStyleCnt="7">
        <dgm:presLayoutVars>
          <dgm:chMax val="1"/>
          <dgm:chPref val="1"/>
        </dgm:presLayoutVars>
      </dgm:prSet>
      <dgm:spPr/>
    </dgm:pt>
    <dgm:pt modelId="{48E8AF3A-CF11-40BF-BADF-76CDAB4E9F77}" type="pres">
      <dgm:prSet presAssocID="{58225FC5-F68A-42AC-ABD8-630E8ECE26DA}" presName="sibTrans" presStyleLbl="sibTrans2D1" presStyleIdx="0" presStyleCnt="0"/>
      <dgm:spPr/>
    </dgm:pt>
    <dgm:pt modelId="{0F49C40A-5FE4-4A5F-8A3C-C6DE8E7A16B8}" type="pres">
      <dgm:prSet presAssocID="{0C166A1E-DE7D-4FA7-A854-CB15392610A4}" presName="compNode" presStyleCnt="0"/>
      <dgm:spPr/>
    </dgm:pt>
    <dgm:pt modelId="{3C168F44-0AE0-408F-8D6A-F7697540337A}" type="pres">
      <dgm:prSet presAssocID="{0C166A1E-DE7D-4FA7-A854-CB15392610A4}" presName="iconBgRect" presStyleLbl="bgShp" presStyleIdx="1" presStyleCnt="7"/>
      <dgm:spPr/>
    </dgm:pt>
    <dgm:pt modelId="{61109EEF-134B-4BD4-88E1-2B8666C51DFD}" type="pres">
      <dgm:prSet presAssocID="{0C166A1E-DE7D-4FA7-A854-CB15392610A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48B8625-D23E-452C-80C0-DE4283CBE5CC}" type="pres">
      <dgm:prSet presAssocID="{0C166A1E-DE7D-4FA7-A854-CB15392610A4}" presName="spaceRect" presStyleCnt="0"/>
      <dgm:spPr/>
    </dgm:pt>
    <dgm:pt modelId="{B0DCE5CA-CF68-411C-A818-C3C1AF308A10}" type="pres">
      <dgm:prSet presAssocID="{0C166A1E-DE7D-4FA7-A854-CB15392610A4}" presName="textRect" presStyleLbl="revTx" presStyleIdx="1" presStyleCnt="7">
        <dgm:presLayoutVars>
          <dgm:chMax val="1"/>
          <dgm:chPref val="1"/>
        </dgm:presLayoutVars>
      </dgm:prSet>
      <dgm:spPr/>
    </dgm:pt>
    <dgm:pt modelId="{9E68C0FB-41BA-4EFC-B5C9-A338F3B07DBE}" type="pres">
      <dgm:prSet presAssocID="{E5316112-90BD-4553-8DF0-C89FC57DA3BA}" presName="sibTrans" presStyleLbl="sibTrans2D1" presStyleIdx="0" presStyleCnt="0"/>
      <dgm:spPr/>
    </dgm:pt>
    <dgm:pt modelId="{4B4C2D0E-6D9F-47FB-AD80-294DFC2D8324}" type="pres">
      <dgm:prSet presAssocID="{EAEB0E00-67A8-4CD8-A219-A423F6339A3A}" presName="compNode" presStyleCnt="0"/>
      <dgm:spPr/>
    </dgm:pt>
    <dgm:pt modelId="{987C6B1A-A4FC-4709-B338-3D7A8DA89ECF}" type="pres">
      <dgm:prSet presAssocID="{EAEB0E00-67A8-4CD8-A219-A423F6339A3A}" presName="iconBgRect" presStyleLbl="bgShp" presStyleIdx="2" presStyleCnt="7"/>
      <dgm:spPr/>
    </dgm:pt>
    <dgm:pt modelId="{68620540-BEAD-48E2-B909-DBFF535C807D}" type="pres">
      <dgm:prSet presAssocID="{EAEB0E00-67A8-4CD8-A219-A423F6339A3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Quotation Mark"/>
        </a:ext>
      </dgm:extLst>
    </dgm:pt>
    <dgm:pt modelId="{2ECBC4C6-829E-46B4-8FB4-521E92EACFFD}" type="pres">
      <dgm:prSet presAssocID="{EAEB0E00-67A8-4CD8-A219-A423F6339A3A}" presName="spaceRect" presStyleCnt="0"/>
      <dgm:spPr/>
    </dgm:pt>
    <dgm:pt modelId="{891DE711-E2D9-415D-87CA-990965B150A8}" type="pres">
      <dgm:prSet presAssocID="{EAEB0E00-67A8-4CD8-A219-A423F6339A3A}" presName="textRect" presStyleLbl="revTx" presStyleIdx="2" presStyleCnt="7">
        <dgm:presLayoutVars>
          <dgm:chMax val="1"/>
          <dgm:chPref val="1"/>
        </dgm:presLayoutVars>
      </dgm:prSet>
      <dgm:spPr/>
    </dgm:pt>
    <dgm:pt modelId="{FECBFE6F-9EC6-4CC1-AF99-0795D4B6D960}" type="pres">
      <dgm:prSet presAssocID="{4EA9A50F-4116-4D82-82CB-F072D4D2875A}" presName="sibTrans" presStyleLbl="sibTrans2D1" presStyleIdx="0" presStyleCnt="0"/>
      <dgm:spPr/>
    </dgm:pt>
    <dgm:pt modelId="{82787DC3-07D0-4757-A0F0-B169688A35F4}" type="pres">
      <dgm:prSet presAssocID="{78722DC2-AEBF-4A84-814E-1D60F787B3DA}" presName="compNode" presStyleCnt="0"/>
      <dgm:spPr/>
    </dgm:pt>
    <dgm:pt modelId="{56B4F91D-AC1B-486B-99E8-E0CE84B37360}" type="pres">
      <dgm:prSet presAssocID="{78722DC2-AEBF-4A84-814E-1D60F787B3DA}" presName="iconBgRect" presStyleLbl="bgShp" presStyleIdx="3" presStyleCnt="7"/>
      <dgm:spPr/>
    </dgm:pt>
    <dgm:pt modelId="{D3CE6CBE-82D0-4625-9238-CF002478281A}" type="pres">
      <dgm:prSet presAssocID="{78722DC2-AEBF-4A84-814E-1D60F787B3D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AE740DA-7E03-40F4-AF61-48E2B4F30826}" type="pres">
      <dgm:prSet presAssocID="{78722DC2-AEBF-4A84-814E-1D60F787B3DA}" presName="spaceRect" presStyleCnt="0"/>
      <dgm:spPr/>
    </dgm:pt>
    <dgm:pt modelId="{BA66468E-71A6-47D7-9890-064122D77AEF}" type="pres">
      <dgm:prSet presAssocID="{78722DC2-AEBF-4A84-814E-1D60F787B3DA}" presName="textRect" presStyleLbl="revTx" presStyleIdx="3" presStyleCnt="7">
        <dgm:presLayoutVars>
          <dgm:chMax val="1"/>
          <dgm:chPref val="1"/>
        </dgm:presLayoutVars>
      </dgm:prSet>
      <dgm:spPr/>
    </dgm:pt>
    <dgm:pt modelId="{034FE6DC-CB50-494D-9C20-9CF39658BA15}" type="pres">
      <dgm:prSet presAssocID="{0615A344-A166-4A2D-9100-65686F5A1FDE}" presName="sibTrans" presStyleLbl="sibTrans2D1" presStyleIdx="0" presStyleCnt="0"/>
      <dgm:spPr/>
    </dgm:pt>
    <dgm:pt modelId="{F577C8BE-4B5D-4598-AEFA-AA3D7FDE9803}" type="pres">
      <dgm:prSet presAssocID="{791681FC-7938-4A05-9E74-9B6EF0DCD112}" presName="compNode" presStyleCnt="0"/>
      <dgm:spPr/>
    </dgm:pt>
    <dgm:pt modelId="{5CEFDB40-A24E-4241-9659-DB562E88D0A9}" type="pres">
      <dgm:prSet presAssocID="{791681FC-7938-4A05-9E74-9B6EF0DCD112}" presName="iconBgRect" presStyleLbl="bgShp" presStyleIdx="4" presStyleCnt="7"/>
      <dgm:spPr/>
    </dgm:pt>
    <dgm:pt modelId="{11B66465-DF63-4F74-A847-DA7A9A8436E4}" type="pres">
      <dgm:prSet presAssocID="{791681FC-7938-4A05-9E74-9B6EF0DCD11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022DAB9-A617-40D2-9825-B1C58BC04B2B}" type="pres">
      <dgm:prSet presAssocID="{791681FC-7938-4A05-9E74-9B6EF0DCD112}" presName="spaceRect" presStyleCnt="0"/>
      <dgm:spPr/>
    </dgm:pt>
    <dgm:pt modelId="{BA49D017-9E79-4B6E-BCC0-0AB7E0B3710F}" type="pres">
      <dgm:prSet presAssocID="{791681FC-7938-4A05-9E74-9B6EF0DCD112}" presName="textRect" presStyleLbl="revTx" presStyleIdx="4" presStyleCnt="7">
        <dgm:presLayoutVars>
          <dgm:chMax val="1"/>
          <dgm:chPref val="1"/>
        </dgm:presLayoutVars>
      </dgm:prSet>
      <dgm:spPr/>
    </dgm:pt>
    <dgm:pt modelId="{0135649D-047A-4BC4-A3D2-C1E42D09B86D}" type="pres">
      <dgm:prSet presAssocID="{886EB8CA-064D-47AE-A523-7B595C9877C4}" presName="sibTrans" presStyleLbl="sibTrans2D1" presStyleIdx="0" presStyleCnt="0"/>
      <dgm:spPr/>
    </dgm:pt>
    <dgm:pt modelId="{E58D82AD-4E17-4D4D-A18D-6569D77F7EBB}" type="pres">
      <dgm:prSet presAssocID="{9B870235-E420-4AF6-A249-A83C514C9501}" presName="compNode" presStyleCnt="0"/>
      <dgm:spPr/>
    </dgm:pt>
    <dgm:pt modelId="{B4A5B77F-A321-4246-B403-A4FBFBA1B3BB}" type="pres">
      <dgm:prSet presAssocID="{9B870235-E420-4AF6-A249-A83C514C9501}" presName="iconBgRect" presStyleLbl="bgShp" presStyleIdx="5" presStyleCnt="7"/>
      <dgm:spPr/>
    </dgm:pt>
    <dgm:pt modelId="{49123531-4325-4DD9-8921-F0A4658B8579}" type="pres">
      <dgm:prSet presAssocID="{9B870235-E420-4AF6-A249-A83C514C950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0E956C07-6A57-4BC8-A250-F0AA15276DF3}" type="pres">
      <dgm:prSet presAssocID="{9B870235-E420-4AF6-A249-A83C514C9501}" presName="spaceRect" presStyleCnt="0"/>
      <dgm:spPr/>
    </dgm:pt>
    <dgm:pt modelId="{757B0A62-4A20-4CB8-8DD9-7923612F16A9}" type="pres">
      <dgm:prSet presAssocID="{9B870235-E420-4AF6-A249-A83C514C9501}" presName="textRect" presStyleLbl="revTx" presStyleIdx="5" presStyleCnt="7">
        <dgm:presLayoutVars>
          <dgm:chMax val="1"/>
          <dgm:chPref val="1"/>
        </dgm:presLayoutVars>
      </dgm:prSet>
      <dgm:spPr/>
    </dgm:pt>
    <dgm:pt modelId="{F3CC69B5-C7B8-4CCD-980E-8FF21D0C7202}" type="pres">
      <dgm:prSet presAssocID="{E1D99955-DEA6-49AA-A1D2-B81B6A86175C}" presName="sibTrans" presStyleLbl="sibTrans2D1" presStyleIdx="0" presStyleCnt="0"/>
      <dgm:spPr/>
    </dgm:pt>
    <dgm:pt modelId="{DB8F50FC-0A51-4796-A0E7-25BFB8D11FB9}" type="pres">
      <dgm:prSet presAssocID="{50F78850-FD31-40F0-8304-B9337238C039}" presName="compNode" presStyleCnt="0"/>
      <dgm:spPr/>
    </dgm:pt>
    <dgm:pt modelId="{9D1CDB51-D9EA-4BD0-8174-6CB10603151B}" type="pres">
      <dgm:prSet presAssocID="{50F78850-FD31-40F0-8304-B9337238C039}" presName="iconBgRect" presStyleLbl="bgShp" presStyleIdx="6" presStyleCnt="7"/>
      <dgm:spPr/>
    </dgm:pt>
    <dgm:pt modelId="{4B9D9022-F8C0-45B5-9039-3D4A663B66EC}" type="pres">
      <dgm:prSet presAssocID="{50F78850-FD31-40F0-8304-B9337238C03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54B38DA1-ECB3-4407-9251-4C68A2C85002}" type="pres">
      <dgm:prSet presAssocID="{50F78850-FD31-40F0-8304-B9337238C039}" presName="spaceRect" presStyleCnt="0"/>
      <dgm:spPr/>
    </dgm:pt>
    <dgm:pt modelId="{00780C36-48BD-4CEE-858A-D14DE4972BED}" type="pres">
      <dgm:prSet presAssocID="{50F78850-FD31-40F0-8304-B9337238C039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52E2450E-69DD-4F62-A200-CFA224E9562A}" type="presOf" srcId="{9B870235-E420-4AF6-A249-A83C514C9501}" destId="{757B0A62-4A20-4CB8-8DD9-7923612F16A9}" srcOrd="0" destOrd="0" presId="urn:microsoft.com/office/officeart/2018/2/layout/IconCircleList"/>
    <dgm:cxn modelId="{550F3710-1B6C-4526-A7B5-BB852FD59226}" srcId="{07DAFAED-4B7A-4893-956A-294BAEE4EC46}" destId="{78722DC2-AEBF-4A84-814E-1D60F787B3DA}" srcOrd="3" destOrd="0" parTransId="{44BB6AC5-7C67-4CE6-ABF0-D04493D68B66}" sibTransId="{0615A344-A166-4A2D-9100-65686F5A1FDE}"/>
    <dgm:cxn modelId="{84619010-017D-45B4-9EC4-476B12C88479}" type="presOf" srcId="{50F78850-FD31-40F0-8304-B9337238C039}" destId="{00780C36-48BD-4CEE-858A-D14DE4972BED}" srcOrd="0" destOrd="0" presId="urn:microsoft.com/office/officeart/2018/2/layout/IconCircleList"/>
    <dgm:cxn modelId="{7DAEF81D-11D4-4DB7-A096-0F24FC269029}" type="presOf" srcId="{E5316112-90BD-4553-8DF0-C89FC57DA3BA}" destId="{9E68C0FB-41BA-4EFC-B5C9-A338F3B07DBE}" srcOrd="0" destOrd="0" presId="urn:microsoft.com/office/officeart/2018/2/layout/IconCircleList"/>
    <dgm:cxn modelId="{9FE7421E-D92D-43E7-8DDE-4F405BE5C057}" type="presOf" srcId="{78722DC2-AEBF-4A84-814E-1D60F787B3DA}" destId="{BA66468E-71A6-47D7-9890-064122D77AEF}" srcOrd="0" destOrd="0" presId="urn:microsoft.com/office/officeart/2018/2/layout/IconCircleList"/>
    <dgm:cxn modelId="{32088322-EC87-406C-8C0D-170EFC667828}" type="presOf" srcId="{07DAFAED-4B7A-4893-956A-294BAEE4EC46}" destId="{357E6551-8128-46E7-A445-6BB7FA1A2944}" srcOrd="0" destOrd="0" presId="urn:microsoft.com/office/officeart/2018/2/layout/IconCircleList"/>
    <dgm:cxn modelId="{58F82B69-5E0E-4258-8633-3866374CD480}" srcId="{07DAFAED-4B7A-4893-956A-294BAEE4EC46}" destId="{0C166A1E-DE7D-4FA7-A854-CB15392610A4}" srcOrd="1" destOrd="0" parTransId="{494491CA-4131-4CDA-9DED-00BF5E3411EA}" sibTransId="{E5316112-90BD-4553-8DF0-C89FC57DA3BA}"/>
    <dgm:cxn modelId="{BA342B51-C9E8-4B98-9446-4A169020249C}" type="presOf" srcId="{58225FC5-F68A-42AC-ABD8-630E8ECE26DA}" destId="{48E8AF3A-CF11-40BF-BADF-76CDAB4E9F77}" srcOrd="0" destOrd="0" presId="urn:microsoft.com/office/officeart/2018/2/layout/IconCircleList"/>
    <dgm:cxn modelId="{7E764F93-244A-45A2-98FD-6C7CB31DE1A3}" srcId="{07DAFAED-4B7A-4893-956A-294BAEE4EC46}" destId="{791681FC-7938-4A05-9E74-9B6EF0DCD112}" srcOrd="4" destOrd="0" parTransId="{BCF4F27E-D649-40F7-8D49-EF36D30D9EEF}" sibTransId="{886EB8CA-064D-47AE-A523-7B595C9877C4}"/>
    <dgm:cxn modelId="{37831594-F77C-4117-B453-6C79C69481AE}" type="presOf" srcId="{E1D99955-DEA6-49AA-A1D2-B81B6A86175C}" destId="{F3CC69B5-C7B8-4CCD-980E-8FF21D0C7202}" srcOrd="0" destOrd="0" presId="urn:microsoft.com/office/officeart/2018/2/layout/IconCircleList"/>
    <dgm:cxn modelId="{7348EA9B-A3C3-4545-B29A-C71953DFC2AA}" srcId="{07DAFAED-4B7A-4893-956A-294BAEE4EC46}" destId="{9B870235-E420-4AF6-A249-A83C514C9501}" srcOrd="5" destOrd="0" parTransId="{574B1F1B-7BD5-438E-8202-E94D1E27528B}" sibTransId="{E1D99955-DEA6-49AA-A1D2-B81B6A86175C}"/>
    <dgm:cxn modelId="{BE4E92A7-F37A-490D-83FF-B9B846F7F02F}" srcId="{07DAFAED-4B7A-4893-956A-294BAEE4EC46}" destId="{EAEB0E00-67A8-4CD8-A219-A423F6339A3A}" srcOrd="2" destOrd="0" parTransId="{DBB122A0-857B-434D-AC7E-D349332A22B9}" sibTransId="{4EA9A50F-4116-4D82-82CB-F072D4D2875A}"/>
    <dgm:cxn modelId="{957E7CB1-CEFA-4BC3-87BE-F0D2392E48E3}" type="presOf" srcId="{DE554FE4-699C-44B7-9E9B-CAD08EF7A250}" destId="{9F703A1A-E6C9-41BF-9745-56487B5DE1E0}" srcOrd="0" destOrd="0" presId="urn:microsoft.com/office/officeart/2018/2/layout/IconCircleList"/>
    <dgm:cxn modelId="{E4B28CC6-FD71-4108-AD80-8511F772B4F8}" type="presOf" srcId="{0615A344-A166-4A2D-9100-65686F5A1FDE}" destId="{034FE6DC-CB50-494D-9C20-9CF39658BA15}" srcOrd="0" destOrd="0" presId="urn:microsoft.com/office/officeart/2018/2/layout/IconCircleList"/>
    <dgm:cxn modelId="{B574A0CB-A489-4470-A6CB-B39CDF814551}" srcId="{07DAFAED-4B7A-4893-956A-294BAEE4EC46}" destId="{DE554FE4-699C-44B7-9E9B-CAD08EF7A250}" srcOrd="0" destOrd="0" parTransId="{9877E2C3-C0CD-4DBA-A7BC-561BC9A40FCA}" sibTransId="{58225FC5-F68A-42AC-ABD8-630E8ECE26DA}"/>
    <dgm:cxn modelId="{7346E7D3-1CB0-4344-89E1-5D354644FD7E}" type="presOf" srcId="{791681FC-7938-4A05-9E74-9B6EF0DCD112}" destId="{BA49D017-9E79-4B6E-BCC0-0AB7E0B3710F}" srcOrd="0" destOrd="0" presId="urn:microsoft.com/office/officeart/2018/2/layout/IconCircleList"/>
    <dgm:cxn modelId="{232694D9-8268-4571-A4F5-A330E9EC35E5}" type="presOf" srcId="{EAEB0E00-67A8-4CD8-A219-A423F6339A3A}" destId="{891DE711-E2D9-415D-87CA-990965B150A8}" srcOrd="0" destOrd="0" presId="urn:microsoft.com/office/officeart/2018/2/layout/IconCircleList"/>
    <dgm:cxn modelId="{576121DB-2A63-4BB5-A3B9-C30CA850DD00}" type="presOf" srcId="{4EA9A50F-4116-4D82-82CB-F072D4D2875A}" destId="{FECBFE6F-9EC6-4CC1-AF99-0795D4B6D960}" srcOrd="0" destOrd="0" presId="urn:microsoft.com/office/officeart/2018/2/layout/IconCircleList"/>
    <dgm:cxn modelId="{0623BFDC-5015-42EE-8122-9A5C35838E1C}" type="presOf" srcId="{886EB8CA-064D-47AE-A523-7B595C9877C4}" destId="{0135649D-047A-4BC4-A3D2-C1E42D09B86D}" srcOrd="0" destOrd="0" presId="urn:microsoft.com/office/officeart/2018/2/layout/IconCircleList"/>
    <dgm:cxn modelId="{70B9B7F7-97A2-4CE7-8E66-D5BB13DC4B65}" type="presOf" srcId="{0C166A1E-DE7D-4FA7-A854-CB15392610A4}" destId="{B0DCE5CA-CF68-411C-A818-C3C1AF308A10}" srcOrd="0" destOrd="0" presId="urn:microsoft.com/office/officeart/2018/2/layout/IconCircleList"/>
    <dgm:cxn modelId="{293084FE-F5B6-4F91-981E-E5B3FA24CB0E}" srcId="{07DAFAED-4B7A-4893-956A-294BAEE4EC46}" destId="{50F78850-FD31-40F0-8304-B9337238C039}" srcOrd="6" destOrd="0" parTransId="{5764AB2E-9CCD-46B1-912E-820482565E92}" sibTransId="{13DE5DD1-3A24-4335-B651-1825D33985FB}"/>
    <dgm:cxn modelId="{55390F46-F230-4169-B885-27DCD78B6C53}" type="presParOf" srcId="{357E6551-8128-46E7-A445-6BB7FA1A2944}" destId="{73A2A403-7850-4968-8F9C-174789E72F5B}" srcOrd="0" destOrd="0" presId="urn:microsoft.com/office/officeart/2018/2/layout/IconCircleList"/>
    <dgm:cxn modelId="{8A81D84A-3C6F-4469-BE46-5131C8EC52F2}" type="presParOf" srcId="{73A2A403-7850-4968-8F9C-174789E72F5B}" destId="{860F43AB-E203-49B7-86C0-F4D36DA11ECA}" srcOrd="0" destOrd="0" presId="urn:microsoft.com/office/officeart/2018/2/layout/IconCircleList"/>
    <dgm:cxn modelId="{4209FA2F-8D7C-41C6-9643-DAE4EE7209D2}" type="presParOf" srcId="{860F43AB-E203-49B7-86C0-F4D36DA11ECA}" destId="{7CFC2F6B-1B4E-41FB-8DC1-BAF7F139C9BE}" srcOrd="0" destOrd="0" presId="urn:microsoft.com/office/officeart/2018/2/layout/IconCircleList"/>
    <dgm:cxn modelId="{CF116637-44FC-4693-869C-B498B81EDC0B}" type="presParOf" srcId="{860F43AB-E203-49B7-86C0-F4D36DA11ECA}" destId="{77A81B4A-5D20-4A6D-9DB2-C7C7FD77CB2F}" srcOrd="1" destOrd="0" presId="urn:microsoft.com/office/officeart/2018/2/layout/IconCircleList"/>
    <dgm:cxn modelId="{EC95B9D5-106E-4EE1-8B06-D633CAF29C3D}" type="presParOf" srcId="{860F43AB-E203-49B7-86C0-F4D36DA11ECA}" destId="{D0A740DB-67F7-401D-A65D-F05B25B9E549}" srcOrd="2" destOrd="0" presId="urn:microsoft.com/office/officeart/2018/2/layout/IconCircleList"/>
    <dgm:cxn modelId="{AB5C2488-50BB-4E23-A46D-0E04677E52AC}" type="presParOf" srcId="{860F43AB-E203-49B7-86C0-F4D36DA11ECA}" destId="{9F703A1A-E6C9-41BF-9745-56487B5DE1E0}" srcOrd="3" destOrd="0" presId="urn:microsoft.com/office/officeart/2018/2/layout/IconCircleList"/>
    <dgm:cxn modelId="{94E67555-9B20-4502-9115-8D4A0CF2E383}" type="presParOf" srcId="{73A2A403-7850-4968-8F9C-174789E72F5B}" destId="{48E8AF3A-CF11-40BF-BADF-76CDAB4E9F77}" srcOrd="1" destOrd="0" presId="urn:microsoft.com/office/officeart/2018/2/layout/IconCircleList"/>
    <dgm:cxn modelId="{839A4805-0AA0-4517-A59F-2E883918AA11}" type="presParOf" srcId="{73A2A403-7850-4968-8F9C-174789E72F5B}" destId="{0F49C40A-5FE4-4A5F-8A3C-C6DE8E7A16B8}" srcOrd="2" destOrd="0" presId="urn:microsoft.com/office/officeart/2018/2/layout/IconCircleList"/>
    <dgm:cxn modelId="{1AF4F8CF-1ECD-4DA7-B549-F1CB57A60808}" type="presParOf" srcId="{0F49C40A-5FE4-4A5F-8A3C-C6DE8E7A16B8}" destId="{3C168F44-0AE0-408F-8D6A-F7697540337A}" srcOrd="0" destOrd="0" presId="urn:microsoft.com/office/officeart/2018/2/layout/IconCircleList"/>
    <dgm:cxn modelId="{5E085ADD-A66C-44FA-AE1F-B32863428681}" type="presParOf" srcId="{0F49C40A-5FE4-4A5F-8A3C-C6DE8E7A16B8}" destId="{61109EEF-134B-4BD4-88E1-2B8666C51DFD}" srcOrd="1" destOrd="0" presId="urn:microsoft.com/office/officeart/2018/2/layout/IconCircleList"/>
    <dgm:cxn modelId="{A70B9EEB-99D8-4297-BA12-79DA8ADE5F6E}" type="presParOf" srcId="{0F49C40A-5FE4-4A5F-8A3C-C6DE8E7A16B8}" destId="{C48B8625-D23E-452C-80C0-DE4283CBE5CC}" srcOrd="2" destOrd="0" presId="urn:microsoft.com/office/officeart/2018/2/layout/IconCircleList"/>
    <dgm:cxn modelId="{AED1C0B0-4AA1-4832-9929-27BCA5821C93}" type="presParOf" srcId="{0F49C40A-5FE4-4A5F-8A3C-C6DE8E7A16B8}" destId="{B0DCE5CA-CF68-411C-A818-C3C1AF308A10}" srcOrd="3" destOrd="0" presId="urn:microsoft.com/office/officeart/2018/2/layout/IconCircleList"/>
    <dgm:cxn modelId="{D7D3B649-C6BD-404C-A280-EA815FB95247}" type="presParOf" srcId="{73A2A403-7850-4968-8F9C-174789E72F5B}" destId="{9E68C0FB-41BA-4EFC-B5C9-A338F3B07DBE}" srcOrd="3" destOrd="0" presId="urn:microsoft.com/office/officeart/2018/2/layout/IconCircleList"/>
    <dgm:cxn modelId="{42F957A2-5E48-45F7-BEF1-CEACAA6504C4}" type="presParOf" srcId="{73A2A403-7850-4968-8F9C-174789E72F5B}" destId="{4B4C2D0E-6D9F-47FB-AD80-294DFC2D8324}" srcOrd="4" destOrd="0" presId="urn:microsoft.com/office/officeart/2018/2/layout/IconCircleList"/>
    <dgm:cxn modelId="{4AD1319A-BAF8-473C-95D2-6DA8E81CD291}" type="presParOf" srcId="{4B4C2D0E-6D9F-47FB-AD80-294DFC2D8324}" destId="{987C6B1A-A4FC-4709-B338-3D7A8DA89ECF}" srcOrd="0" destOrd="0" presId="urn:microsoft.com/office/officeart/2018/2/layout/IconCircleList"/>
    <dgm:cxn modelId="{8915DAB9-E185-4C66-9061-B80E8ED66F9F}" type="presParOf" srcId="{4B4C2D0E-6D9F-47FB-AD80-294DFC2D8324}" destId="{68620540-BEAD-48E2-B909-DBFF535C807D}" srcOrd="1" destOrd="0" presId="urn:microsoft.com/office/officeart/2018/2/layout/IconCircleList"/>
    <dgm:cxn modelId="{475CD27E-645A-44EF-8B16-B0A8E2718CCE}" type="presParOf" srcId="{4B4C2D0E-6D9F-47FB-AD80-294DFC2D8324}" destId="{2ECBC4C6-829E-46B4-8FB4-521E92EACFFD}" srcOrd="2" destOrd="0" presId="urn:microsoft.com/office/officeart/2018/2/layout/IconCircleList"/>
    <dgm:cxn modelId="{E8E3AAE8-64D4-44BC-9B25-CE240C43013F}" type="presParOf" srcId="{4B4C2D0E-6D9F-47FB-AD80-294DFC2D8324}" destId="{891DE711-E2D9-415D-87CA-990965B150A8}" srcOrd="3" destOrd="0" presId="urn:microsoft.com/office/officeart/2018/2/layout/IconCircleList"/>
    <dgm:cxn modelId="{3937740B-9DC2-45D1-832A-4F85F70F12BB}" type="presParOf" srcId="{73A2A403-7850-4968-8F9C-174789E72F5B}" destId="{FECBFE6F-9EC6-4CC1-AF99-0795D4B6D960}" srcOrd="5" destOrd="0" presId="urn:microsoft.com/office/officeart/2018/2/layout/IconCircleList"/>
    <dgm:cxn modelId="{4074F5A2-0EA5-4CD5-9555-4BA724F69DA2}" type="presParOf" srcId="{73A2A403-7850-4968-8F9C-174789E72F5B}" destId="{82787DC3-07D0-4757-A0F0-B169688A35F4}" srcOrd="6" destOrd="0" presId="urn:microsoft.com/office/officeart/2018/2/layout/IconCircleList"/>
    <dgm:cxn modelId="{C085A4E7-A50E-4176-ACCE-186195AF230A}" type="presParOf" srcId="{82787DC3-07D0-4757-A0F0-B169688A35F4}" destId="{56B4F91D-AC1B-486B-99E8-E0CE84B37360}" srcOrd="0" destOrd="0" presId="urn:microsoft.com/office/officeart/2018/2/layout/IconCircleList"/>
    <dgm:cxn modelId="{A5136425-1BE1-432D-972D-C549541D6F18}" type="presParOf" srcId="{82787DC3-07D0-4757-A0F0-B169688A35F4}" destId="{D3CE6CBE-82D0-4625-9238-CF002478281A}" srcOrd="1" destOrd="0" presId="urn:microsoft.com/office/officeart/2018/2/layout/IconCircleList"/>
    <dgm:cxn modelId="{6CA3BA69-9D7B-4C05-8264-771EAE376BAB}" type="presParOf" srcId="{82787DC3-07D0-4757-A0F0-B169688A35F4}" destId="{2AE740DA-7E03-40F4-AF61-48E2B4F30826}" srcOrd="2" destOrd="0" presId="urn:microsoft.com/office/officeart/2018/2/layout/IconCircleList"/>
    <dgm:cxn modelId="{612D68D6-9BE9-4631-84E3-57CF67B6869B}" type="presParOf" srcId="{82787DC3-07D0-4757-A0F0-B169688A35F4}" destId="{BA66468E-71A6-47D7-9890-064122D77AEF}" srcOrd="3" destOrd="0" presId="urn:microsoft.com/office/officeart/2018/2/layout/IconCircleList"/>
    <dgm:cxn modelId="{C578CE8A-EDCD-482B-B44B-7AC72AB02ADD}" type="presParOf" srcId="{73A2A403-7850-4968-8F9C-174789E72F5B}" destId="{034FE6DC-CB50-494D-9C20-9CF39658BA15}" srcOrd="7" destOrd="0" presId="urn:microsoft.com/office/officeart/2018/2/layout/IconCircleList"/>
    <dgm:cxn modelId="{F25268DB-208C-424D-8970-BD8AAF8EA0E9}" type="presParOf" srcId="{73A2A403-7850-4968-8F9C-174789E72F5B}" destId="{F577C8BE-4B5D-4598-AEFA-AA3D7FDE9803}" srcOrd="8" destOrd="0" presId="urn:microsoft.com/office/officeart/2018/2/layout/IconCircleList"/>
    <dgm:cxn modelId="{92087B69-67F7-40C0-91AB-1EB3CAC97183}" type="presParOf" srcId="{F577C8BE-4B5D-4598-AEFA-AA3D7FDE9803}" destId="{5CEFDB40-A24E-4241-9659-DB562E88D0A9}" srcOrd="0" destOrd="0" presId="urn:microsoft.com/office/officeart/2018/2/layout/IconCircleList"/>
    <dgm:cxn modelId="{3247F2A7-8B5D-4976-AEF2-A3A32AF75F81}" type="presParOf" srcId="{F577C8BE-4B5D-4598-AEFA-AA3D7FDE9803}" destId="{11B66465-DF63-4F74-A847-DA7A9A8436E4}" srcOrd="1" destOrd="0" presId="urn:microsoft.com/office/officeart/2018/2/layout/IconCircleList"/>
    <dgm:cxn modelId="{1D1DC36E-5716-40BB-9049-4EEF38C3F52B}" type="presParOf" srcId="{F577C8BE-4B5D-4598-AEFA-AA3D7FDE9803}" destId="{F022DAB9-A617-40D2-9825-B1C58BC04B2B}" srcOrd="2" destOrd="0" presId="urn:microsoft.com/office/officeart/2018/2/layout/IconCircleList"/>
    <dgm:cxn modelId="{B3755363-4357-496F-BD97-1CB4B71794ED}" type="presParOf" srcId="{F577C8BE-4B5D-4598-AEFA-AA3D7FDE9803}" destId="{BA49D017-9E79-4B6E-BCC0-0AB7E0B3710F}" srcOrd="3" destOrd="0" presId="urn:microsoft.com/office/officeart/2018/2/layout/IconCircleList"/>
    <dgm:cxn modelId="{6F644318-F3F0-4994-8C23-CF78541990DB}" type="presParOf" srcId="{73A2A403-7850-4968-8F9C-174789E72F5B}" destId="{0135649D-047A-4BC4-A3D2-C1E42D09B86D}" srcOrd="9" destOrd="0" presId="urn:microsoft.com/office/officeart/2018/2/layout/IconCircleList"/>
    <dgm:cxn modelId="{3E0D7236-3E8A-4B8C-9ED3-508AE0694ABE}" type="presParOf" srcId="{73A2A403-7850-4968-8F9C-174789E72F5B}" destId="{E58D82AD-4E17-4D4D-A18D-6569D77F7EBB}" srcOrd="10" destOrd="0" presId="urn:microsoft.com/office/officeart/2018/2/layout/IconCircleList"/>
    <dgm:cxn modelId="{0700C104-9C1D-4F8C-937E-0FB3DE43672D}" type="presParOf" srcId="{E58D82AD-4E17-4D4D-A18D-6569D77F7EBB}" destId="{B4A5B77F-A321-4246-B403-A4FBFBA1B3BB}" srcOrd="0" destOrd="0" presId="urn:microsoft.com/office/officeart/2018/2/layout/IconCircleList"/>
    <dgm:cxn modelId="{41F0A934-BCE7-451D-BBCD-E98329C2EE49}" type="presParOf" srcId="{E58D82AD-4E17-4D4D-A18D-6569D77F7EBB}" destId="{49123531-4325-4DD9-8921-F0A4658B8579}" srcOrd="1" destOrd="0" presId="urn:microsoft.com/office/officeart/2018/2/layout/IconCircleList"/>
    <dgm:cxn modelId="{4C907B8C-82B3-4977-A5E3-3801B2FFCEDD}" type="presParOf" srcId="{E58D82AD-4E17-4D4D-A18D-6569D77F7EBB}" destId="{0E956C07-6A57-4BC8-A250-F0AA15276DF3}" srcOrd="2" destOrd="0" presId="urn:microsoft.com/office/officeart/2018/2/layout/IconCircleList"/>
    <dgm:cxn modelId="{51133B19-A4FF-4B0D-BCBC-B08B61148A37}" type="presParOf" srcId="{E58D82AD-4E17-4D4D-A18D-6569D77F7EBB}" destId="{757B0A62-4A20-4CB8-8DD9-7923612F16A9}" srcOrd="3" destOrd="0" presId="urn:microsoft.com/office/officeart/2018/2/layout/IconCircleList"/>
    <dgm:cxn modelId="{C49D7033-2069-49D3-BBE4-5446C3BF6903}" type="presParOf" srcId="{73A2A403-7850-4968-8F9C-174789E72F5B}" destId="{F3CC69B5-C7B8-4CCD-980E-8FF21D0C7202}" srcOrd="11" destOrd="0" presId="urn:microsoft.com/office/officeart/2018/2/layout/IconCircleList"/>
    <dgm:cxn modelId="{1546848D-23E1-44C4-AAED-76998BFD2A8B}" type="presParOf" srcId="{73A2A403-7850-4968-8F9C-174789E72F5B}" destId="{DB8F50FC-0A51-4796-A0E7-25BFB8D11FB9}" srcOrd="12" destOrd="0" presId="urn:microsoft.com/office/officeart/2018/2/layout/IconCircleList"/>
    <dgm:cxn modelId="{DD362183-A150-4B93-A6ED-EAD9D2BB3DF7}" type="presParOf" srcId="{DB8F50FC-0A51-4796-A0E7-25BFB8D11FB9}" destId="{9D1CDB51-D9EA-4BD0-8174-6CB10603151B}" srcOrd="0" destOrd="0" presId="urn:microsoft.com/office/officeart/2018/2/layout/IconCircleList"/>
    <dgm:cxn modelId="{20FF58A5-CFF5-47F6-B41E-90DD97420BB9}" type="presParOf" srcId="{DB8F50FC-0A51-4796-A0E7-25BFB8D11FB9}" destId="{4B9D9022-F8C0-45B5-9039-3D4A663B66EC}" srcOrd="1" destOrd="0" presId="urn:microsoft.com/office/officeart/2018/2/layout/IconCircleList"/>
    <dgm:cxn modelId="{4CC30E35-5129-49F5-92B4-C228BB7424E1}" type="presParOf" srcId="{DB8F50FC-0A51-4796-A0E7-25BFB8D11FB9}" destId="{54B38DA1-ECB3-4407-9251-4C68A2C85002}" srcOrd="2" destOrd="0" presId="urn:microsoft.com/office/officeart/2018/2/layout/IconCircleList"/>
    <dgm:cxn modelId="{E2A98A22-4D73-4BA5-A9E0-8BC725B2BD82}" type="presParOf" srcId="{DB8F50FC-0A51-4796-A0E7-25BFB8D11FB9}" destId="{00780C36-48BD-4CEE-858A-D14DE4972BE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18A341-8F72-42F3-9459-FB6622EF0BF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9CE3E7-FE1E-4D9D-B1A7-83CBE71088C0}">
      <dgm:prSet/>
      <dgm:spPr/>
      <dgm:t>
        <a:bodyPr/>
        <a:lstStyle/>
        <a:p>
          <a:r>
            <a:rPr lang="en-IN"/>
            <a:t>✅ Tools Used:</a:t>
          </a:r>
          <a:endParaRPr lang="en-US"/>
        </a:p>
      </dgm:t>
    </dgm:pt>
    <dgm:pt modelId="{F3D48622-14FE-4226-AE46-3A0B7EE8AE80}" type="parTrans" cxnId="{9C4F422B-F3C8-40A0-85C2-44EB67BDF6ED}">
      <dgm:prSet/>
      <dgm:spPr/>
      <dgm:t>
        <a:bodyPr/>
        <a:lstStyle/>
        <a:p>
          <a:endParaRPr lang="en-US"/>
        </a:p>
      </dgm:t>
    </dgm:pt>
    <dgm:pt modelId="{112CAB82-F1DC-43C6-BA33-0D4202F9167C}" type="sibTrans" cxnId="{9C4F422B-F3C8-40A0-85C2-44EB67BDF6ED}">
      <dgm:prSet/>
      <dgm:spPr/>
      <dgm:t>
        <a:bodyPr/>
        <a:lstStyle/>
        <a:p>
          <a:endParaRPr lang="en-US"/>
        </a:p>
      </dgm:t>
    </dgm:pt>
    <dgm:pt modelId="{631EE6F8-C705-4B4E-83CF-8A054E940CC7}">
      <dgm:prSet/>
      <dgm:spPr/>
      <dgm:t>
        <a:bodyPr/>
        <a:lstStyle/>
        <a:p>
          <a:r>
            <a:rPr lang="en-IN"/>
            <a:t>- VADER for rule-based sentiment scoring.</a:t>
          </a:r>
          <a:endParaRPr lang="en-US"/>
        </a:p>
      </dgm:t>
    </dgm:pt>
    <dgm:pt modelId="{A7D31CEA-577D-4B3E-A522-09AD9139454F}" type="parTrans" cxnId="{03928E73-7472-4A3A-B620-5B7C6B238263}">
      <dgm:prSet/>
      <dgm:spPr/>
      <dgm:t>
        <a:bodyPr/>
        <a:lstStyle/>
        <a:p>
          <a:endParaRPr lang="en-US"/>
        </a:p>
      </dgm:t>
    </dgm:pt>
    <dgm:pt modelId="{5B3546EE-1F98-4659-B736-07E451378DBF}" type="sibTrans" cxnId="{03928E73-7472-4A3A-B620-5B7C6B238263}">
      <dgm:prSet/>
      <dgm:spPr/>
      <dgm:t>
        <a:bodyPr/>
        <a:lstStyle/>
        <a:p>
          <a:endParaRPr lang="en-US"/>
        </a:p>
      </dgm:t>
    </dgm:pt>
    <dgm:pt modelId="{6AFB78AA-A040-4F5C-8475-3124189B3F45}">
      <dgm:prSet/>
      <dgm:spPr/>
      <dgm:t>
        <a:bodyPr/>
        <a:lstStyle/>
        <a:p>
          <a:r>
            <a:rPr lang="en-IN"/>
            <a:t>- Machine Learning models like Logistic Regression.</a:t>
          </a:r>
          <a:endParaRPr lang="en-US"/>
        </a:p>
      </dgm:t>
    </dgm:pt>
    <dgm:pt modelId="{F8EB46FB-A9AE-4DF0-96CB-9B65670987F6}" type="parTrans" cxnId="{C3DA3017-4BC3-413C-BB82-566F00486C4D}">
      <dgm:prSet/>
      <dgm:spPr/>
      <dgm:t>
        <a:bodyPr/>
        <a:lstStyle/>
        <a:p>
          <a:endParaRPr lang="en-US"/>
        </a:p>
      </dgm:t>
    </dgm:pt>
    <dgm:pt modelId="{8B6346D2-579C-4A05-BBC7-A0DA0A52BB44}" type="sibTrans" cxnId="{C3DA3017-4BC3-413C-BB82-566F00486C4D}">
      <dgm:prSet/>
      <dgm:spPr/>
      <dgm:t>
        <a:bodyPr/>
        <a:lstStyle/>
        <a:p>
          <a:endParaRPr lang="en-US"/>
        </a:p>
      </dgm:t>
    </dgm:pt>
    <dgm:pt modelId="{FA40D413-759D-4D82-890C-6641DA6CF96F}">
      <dgm:prSet/>
      <dgm:spPr/>
      <dgm:t>
        <a:bodyPr/>
        <a:lstStyle/>
        <a:p>
          <a:r>
            <a:rPr lang="en-IN"/>
            <a:t>- Deep Learning models like LSTM for better text understanding.</a:t>
          </a:r>
          <a:endParaRPr lang="en-US"/>
        </a:p>
      </dgm:t>
    </dgm:pt>
    <dgm:pt modelId="{29BFEDE8-86E8-4576-80CB-A4B2A82D32C3}" type="parTrans" cxnId="{9BF52C38-8E4C-472B-9F00-B6F7BCEDCC7A}">
      <dgm:prSet/>
      <dgm:spPr/>
      <dgm:t>
        <a:bodyPr/>
        <a:lstStyle/>
        <a:p>
          <a:endParaRPr lang="en-US"/>
        </a:p>
      </dgm:t>
    </dgm:pt>
    <dgm:pt modelId="{91B0A047-4511-4617-A3E7-2E8125E8C4E4}" type="sibTrans" cxnId="{9BF52C38-8E4C-472B-9F00-B6F7BCEDCC7A}">
      <dgm:prSet/>
      <dgm:spPr/>
      <dgm:t>
        <a:bodyPr/>
        <a:lstStyle/>
        <a:p>
          <a:endParaRPr lang="en-US"/>
        </a:p>
      </dgm:t>
    </dgm:pt>
    <dgm:pt modelId="{5DBA9A4E-3BCC-446A-A5DC-7923BCFEDBBB}">
      <dgm:prSet/>
      <dgm:spPr/>
      <dgm:t>
        <a:bodyPr/>
        <a:lstStyle/>
        <a:p>
          <a:r>
            <a:rPr lang="en-IN"/>
            <a:t>✅ Process:</a:t>
          </a:r>
          <a:endParaRPr lang="en-US"/>
        </a:p>
      </dgm:t>
    </dgm:pt>
    <dgm:pt modelId="{F26EFE65-9323-421E-B500-71942F2A53CB}" type="parTrans" cxnId="{39032969-048E-41F1-9293-9C5CF69D2812}">
      <dgm:prSet/>
      <dgm:spPr/>
      <dgm:t>
        <a:bodyPr/>
        <a:lstStyle/>
        <a:p>
          <a:endParaRPr lang="en-US"/>
        </a:p>
      </dgm:t>
    </dgm:pt>
    <dgm:pt modelId="{12069D2F-3D36-4C7C-B61D-A0DB4669348B}" type="sibTrans" cxnId="{39032969-048E-41F1-9293-9C5CF69D2812}">
      <dgm:prSet/>
      <dgm:spPr/>
      <dgm:t>
        <a:bodyPr/>
        <a:lstStyle/>
        <a:p>
          <a:endParaRPr lang="en-US"/>
        </a:p>
      </dgm:t>
    </dgm:pt>
    <dgm:pt modelId="{790A9E14-C317-4F82-B550-EEC3C48D8097}">
      <dgm:prSet/>
      <dgm:spPr/>
      <dgm:t>
        <a:bodyPr/>
        <a:lstStyle/>
        <a:p>
          <a:r>
            <a:rPr lang="en-IN"/>
            <a:t>1. Split data into training and testing sets.</a:t>
          </a:r>
          <a:endParaRPr lang="en-US"/>
        </a:p>
      </dgm:t>
    </dgm:pt>
    <dgm:pt modelId="{F94D8AA8-2759-4AFB-8081-FD70409731C5}" type="parTrans" cxnId="{9DABC7A8-9CEC-4F34-9A46-EC6DEDBED0AF}">
      <dgm:prSet/>
      <dgm:spPr/>
      <dgm:t>
        <a:bodyPr/>
        <a:lstStyle/>
        <a:p>
          <a:endParaRPr lang="en-US"/>
        </a:p>
      </dgm:t>
    </dgm:pt>
    <dgm:pt modelId="{F5A95CEA-C2C3-4841-A764-32EBB66ACC9F}" type="sibTrans" cxnId="{9DABC7A8-9CEC-4F34-9A46-EC6DEDBED0AF}">
      <dgm:prSet/>
      <dgm:spPr/>
      <dgm:t>
        <a:bodyPr/>
        <a:lstStyle/>
        <a:p>
          <a:endParaRPr lang="en-US"/>
        </a:p>
      </dgm:t>
    </dgm:pt>
    <dgm:pt modelId="{9CB22064-445A-44F3-A67B-81A56F931859}">
      <dgm:prSet/>
      <dgm:spPr/>
      <dgm:t>
        <a:bodyPr/>
        <a:lstStyle/>
        <a:p>
          <a:r>
            <a:rPr lang="en-IN"/>
            <a:t>2. Train models on cleaned and tokenized data.</a:t>
          </a:r>
          <a:endParaRPr lang="en-US"/>
        </a:p>
      </dgm:t>
    </dgm:pt>
    <dgm:pt modelId="{19EF5EB4-BA80-468A-A468-E9DBE0F6FD33}" type="parTrans" cxnId="{EF0CED29-D756-4169-ADD2-850B13444B2B}">
      <dgm:prSet/>
      <dgm:spPr/>
      <dgm:t>
        <a:bodyPr/>
        <a:lstStyle/>
        <a:p>
          <a:endParaRPr lang="en-US"/>
        </a:p>
      </dgm:t>
    </dgm:pt>
    <dgm:pt modelId="{2E149C82-330F-4702-B3BD-28282ECCA7E1}" type="sibTrans" cxnId="{EF0CED29-D756-4169-ADD2-850B13444B2B}">
      <dgm:prSet/>
      <dgm:spPr/>
      <dgm:t>
        <a:bodyPr/>
        <a:lstStyle/>
        <a:p>
          <a:endParaRPr lang="en-US"/>
        </a:p>
      </dgm:t>
    </dgm:pt>
    <dgm:pt modelId="{271C3798-8F7E-45FC-93BD-1567CC9825A6}">
      <dgm:prSet/>
      <dgm:spPr/>
      <dgm:t>
        <a:bodyPr/>
        <a:lstStyle/>
        <a:p>
          <a:r>
            <a:rPr lang="en-IN"/>
            <a:t>3. Evaluate model accuracy and confusion matrix.</a:t>
          </a:r>
          <a:endParaRPr lang="en-US"/>
        </a:p>
      </dgm:t>
    </dgm:pt>
    <dgm:pt modelId="{7691CB5E-5E5D-471A-93E6-7EDECA3EA4E6}" type="parTrans" cxnId="{B81FC66B-B1F7-4074-ABB3-4AFF614B4CE7}">
      <dgm:prSet/>
      <dgm:spPr/>
      <dgm:t>
        <a:bodyPr/>
        <a:lstStyle/>
        <a:p>
          <a:endParaRPr lang="en-US"/>
        </a:p>
      </dgm:t>
    </dgm:pt>
    <dgm:pt modelId="{0ACD86FB-C1D2-4823-8217-CA4FBB3098F7}" type="sibTrans" cxnId="{B81FC66B-B1F7-4074-ABB3-4AFF614B4CE7}">
      <dgm:prSet/>
      <dgm:spPr/>
      <dgm:t>
        <a:bodyPr/>
        <a:lstStyle/>
        <a:p>
          <a:endParaRPr lang="en-US"/>
        </a:p>
      </dgm:t>
    </dgm:pt>
    <dgm:pt modelId="{B4C9C0B9-B3ED-443B-8988-AF1B9AEE619E}">
      <dgm:prSet/>
      <dgm:spPr/>
      <dgm:t>
        <a:bodyPr/>
        <a:lstStyle/>
        <a:p>
          <a:r>
            <a:rPr lang="en-IN"/>
            <a:t>✅ Evaluation Metrics:</a:t>
          </a:r>
          <a:endParaRPr lang="en-US"/>
        </a:p>
      </dgm:t>
    </dgm:pt>
    <dgm:pt modelId="{1C4DD5E6-6738-4E8E-B5FD-6A51D2A1A647}" type="parTrans" cxnId="{4296C0CC-ED05-4D0C-8F0E-48F2648AED2C}">
      <dgm:prSet/>
      <dgm:spPr/>
      <dgm:t>
        <a:bodyPr/>
        <a:lstStyle/>
        <a:p>
          <a:endParaRPr lang="en-US"/>
        </a:p>
      </dgm:t>
    </dgm:pt>
    <dgm:pt modelId="{4EDEF422-0465-4406-B647-A541536DCC7B}" type="sibTrans" cxnId="{4296C0CC-ED05-4D0C-8F0E-48F2648AED2C}">
      <dgm:prSet/>
      <dgm:spPr/>
      <dgm:t>
        <a:bodyPr/>
        <a:lstStyle/>
        <a:p>
          <a:endParaRPr lang="en-US"/>
        </a:p>
      </dgm:t>
    </dgm:pt>
    <dgm:pt modelId="{B9873DC0-2185-41C8-A270-8FA2A5060E7D}">
      <dgm:prSet/>
      <dgm:spPr/>
      <dgm:t>
        <a:bodyPr/>
        <a:lstStyle/>
        <a:p>
          <a:r>
            <a:rPr lang="en-IN"/>
            <a:t>- Accuracy, Precision, Recall, and F1-Score.</a:t>
          </a:r>
          <a:endParaRPr lang="en-US"/>
        </a:p>
      </dgm:t>
    </dgm:pt>
    <dgm:pt modelId="{2CCFED16-827A-4428-B5D7-0D2C08C8C762}" type="parTrans" cxnId="{264048C8-EFC8-45C3-B02F-084EB381715C}">
      <dgm:prSet/>
      <dgm:spPr/>
      <dgm:t>
        <a:bodyPr/>
        <a:lstStyle/>
        <a:p>
          <a:endParaRPr lang="en-US"/>
        </a:p>
      </dgm:t>
    </dgm:pt>
    <dgm:pt modelId="{A056E23E-ED70-4ACB-99C5-91E1CEB1F6F8}" type="sibTrans" cxnId="{264048C8-EFC8-45C3-B02F-084EB381715C}">
      <dgm:prSet/>
      <dgm:spPr/>
      <dgm:t>
        <a:bodyPr/>
        <a:lstStyle/>
        <a:p>
          <a:endParaRPr lang="en-US"/>
        </a:p>
      </dgm:t>
    </dgm:pt>
    <dgm:pt modelId="{CAF9F8BB-072F-4169-87E0-62B50D5E1835}" type="pres">
      <dgm:prSet presAssocID="{C618A341-8F72-42F3-9459-FB6622EF0BFB}" presName="vert0" presStyleCnt="0">
        <dgm:presLayoutVars>
          <dgm:dir/>
          <dgm:animOne val="branch"/>
          <dgm:animLvl val="lvl"/>
        </dgm:presLayoutVars>
      </dgm:prSet>
      <dgm:spPr/>
    </dgm:pt>
    <dgm:pt modelId="{DBF04F4C-7A75-446E-8634-3A2C60D7BD4F}" type="pres">
      <dgm:prSet presAssocID="{EE9CE3E7-FE1E-4D9D-B1A7-83CBE71088C0}" presName="thickLine" presStyleLbl="alignNode1" presStyleIdx="0" presStyleCnt="10"/>
      <dgm:spPr/>
    </dgm:pt>
    <dgm:pt modelId="{0A5A4519-8CC5-47E9-A578-E405C59B645E}" type="pres">
      <dgm:prSet presAssocID="{EE9CE3E7-FE1E-4D9D-B1A7-83CBE71088C0}" presName="horz1" presStyleCnt="0"/>
      <dgm:spPr/>
    </dgm:pt>
    <dgm:pt modelId="{7874B111-FFAB-4FFB-B702-7E8256D1DEB4}" type="pres">
      <dgm:prSet presAssocID="{EE9CE3E7-FE1E-4D9D-B1A7-83CBE71088C0}" presName="tx1" presStyleLbl="revTx" presStyleIdx="0" presStyleCnt="10"/>
      <dgm:spPr/>
    </dgm:pt>
    <dgm:pt modelId="{7CB3F26D-5198-4BB4-8CD0-DB9B187511BE}" type="pres">
      <dgm:prSet presAssocID="{EE9CE3E7-FE1E-4D9D-B1A7-83CBE71088C0}" presName="vert1" presStyleCnt="0"/>
      <dgm:spPr/>
    </dgm:pt>
    <dgm:pt modelId="{7B1B9392-523F-4CBF-B1D9-D78DBFF01F7D}" type="pres">
      <dgm:prSet presAssocID="{631EE6F8-C705-4B4E-83CF-8A054E940CC7}" presName="thickLine" presStyleLbl="alignNode1" presStyleIdx="1" presStyleCnt="10"/>
      <dgm:spPr/>
    </dgm:pt>
    <dgm:pt modelId="{3EA02E15-EE48-4946-A995-10B852DFFCD6}" type="pres">
      <dgm:prSet presAssocID="{631EE6F8-C705-4B4E-83CF-8A054E940CC7}" presName="horz1" presStyleCnt="0"/>
      <dgm:spPr/>
    </dgm:pt>
    <dgm:pt modelId="{91972B2B-28CB-4E8E-B7AE-C985931C2023}" type="pres">
      <dgm:prSet presAssocID="{631EE6F8-C705-4B4E-83CF-8A054E940CC7}" presName="tx1" presStyleLbl="revTx" presStyleIdx="1" presStyleCnt="10"/>
      <dgm:spPr/>
    </dgm:pt>
    <dgm:pt modelId="{4AAE6B75-D42A-44EC-8BD8-381AA7A08382}" type="pres">
      <dgm:prSet presAssocID="{631EE6F8-C705-4B4E-83CF-8A054E940CC7}" presName="vert1" presStyleCnt="0"/>
      <dgm:spPr/>
    </dgm:pt>
    <dgm:pt modelId="{F43DB940-D44D-4D31-AB7A-2DEFB2D61792}" type="pres">
      <dgm:prSet presAssocID="{6AFB78AA-A040-4F5C-8475-3124189B3F45}" presName="thickLine" presStyleLbl="alignNode1" presStyleIdx="2" presStyleCnt="10"/>
      <dgm:spPr/>
    </dgm:pt>
    <dgm:pt modelId="{D279F82C-9038-4B22-AF3F-289FA99CEB68}" type="pres">
      <dgm:prSet presAssocID="{6AFB78AA-A040-4F5C-8475-3124189B3F45}" presName="horz1" presStyleCnt="0"/>
      <dgm:spPr/>
    </dgm:pt>
    <dgm:pt modelId="{4A5908CB-EC50-48F5-BE69-91ACBB49C0E4}" type="pres">
      <dgm:prSet presAssocID="{6AFB78AA-A040-4F5C-8475-3124189B3F45}" presName="tx1" presStyleLbl="revTx" presStyleIdx="2" presStyleCnt="10"/>
      <dgm:spPr/>
    </dgm:pt>
    <dgm:pt modelId="{B29F8803-F07A-4316-92A6-0E317B8B68CF}" type="pres">
      <dgm:prSet presAssocID="{6AFB78AA-A040-4F5C-8475-3124189B3F45}" presName="vert1" presStyleCnt="0"/>
      <dgm:spPr/>
    </dgm:pt>
    <dgm:pt modelId="{85D37621-D314-4ED1-80E2-2AE1752CC1B2}" type="pres">
      <dgm:prSet presAssocID="{FA40D413-759D-4D82-890C-6641DA6CF96F}" presName="thickLine" presStyleLbl="alignNode1" presStyleIdx="3" presStyleCnt="10"/>
      <dgm:spPr/>
    </dgm:pt>
    <dgm:pt modelId="{76BF3C3D-9F00-4BFE-873A-5720A3147081}" type="pres">
      <dgm:prSet presAssocID="{FA40D413-759D-4D82-890C-6641DA6CF96F}" presName="horz1" presStyleCnt="0"/>
      <dgm:spPr/>
    </dgm:pt>
    <dgm:pt modelId="{4DC20184-4DA0-4C05-874F-C309003BDCBA}" type="pres">
      <dgm:prSet presAssocID="{FA40D413-759D-4D82-890C-6641DA6CF96F}" presName="tx1" presStyleLbl="revTx" presStyleIdx="3" presStyleCnt="10"/>
      <dgm:spPr/>
    </dgm:pt>
    <dgm:pt modelId="{F0E8B7C2-B5E6-43F2-B4D6-E30C4E25EB7F}" type="pres">
      <dgm:prSet presAssocID="{FA40D413-759D-4D82-890C-6641DA6CF96F}" presName="vert1" presStyleCnt="0"/>
      <dgm:spPr/>
    </dgm:pt>
    <dgm:pt modelId="{675DE4C5-EACD-4340-9CA5-77280CD59CE9}" type="pres">
      <dgm:prSet presAssocID="{5DBA9A4E-3BCC-446A-A5DC-7923BCFEDBBB}" presName="thickLine" presStyleLbl="alignNode1" presStyleIdx="4" presStyleCnt="10"/>
      <dgm:spPr/>
    </dgm:pt>
    <dgm:pt modelId="{6AA8C8C0-12BD-4080-9F6B-80CA1647CC2A}" type="pres">
      <dgm:prSet presAssocID="{5DBA9A4E-3BCC-446A-A5DC-7923BCFEDBBB}" presName="horz1" presStyleCnt="0"/>
      <dgm:spPr/>
    </dgm:pt>
    <dgm:pt modelId="{4C6B225D-C2BE-4BB5-BD6D-D0F4E88D966B}" type="pres">
      <dgm:prSet presAssocID="{5DBA9A4E-3BCC-446A-A5DC-7923BCFEDBBB}" presName="tx1" presStyleLbl="revTx" presStyleIdx="4" presStyleCnt="10"/>
      <dgm:spPr/>
    </dgm:pt>
    <dgm:pt modelId="{62969917-C862-4092-BAF0-6D960FD911DE}" type="pres">
      <dgm:prSet presAssocID="{5DBA9A4E-3BCC-446A-A5DC-7923BCFEDBBB}" presName="vert1" presStyleCnt="0"/>
      <dgm:spPr/>
    </dgm:pt>
    <dgm:pt modelId="{DEB95FDF-04A1-4CDD-8BC5-2136EAFDE180}" type="pres">
      <dgm:prSet presAssocID="{790A9E14-C317-4F82-B550-EEC3C48D8097}" presName="thickLine" presStyleLbl="alignNode1" presStyleIdx="5" presStyleCnt="10"/>
      <dgm:spPr/>
    </dgm:pt>
    <dgm:pt modelId="{8FB4F827-B556-425B-B7F7-BCAC78657CE1}" type="pres">
      <dgm:prSet presAssocID="{790A9E14-C317-4F82-B550-EEC3C48D8097}" presName="horz1" presStyleCnt="0"/>
      <dgm:spPr/>
    </dgm:pt>
    <dgm:pt modelId="{214AF32F-2DBD-4D60-8635-1AB93CCCD3FA}" type="pres">
      <dgm:prSet presAssocID="{790A9E14-C317-4F82-B550-EEC3C48D8097}" presName="tx1" presStyleLbl="revTx" presStyleIdx="5" presStyleCnt="10"/>
      <dgm:spPr/>
    </dgm:pt>
    <dgm:pt modelId="{BCE8A0E0-6022-4EF4-B52E-8BE9DB0849EB}" type="pres">
      <dgm:prSet presAssocID="{790A9E14-C317-4F82-B550-EEC3C48D8097}" presName="vert1" presStyleCnt="0"/>
      <dgm:spPr/>
    </dgm:pt>
    <dgm:pt modelId="{09FA532A-A013-4E4E-834F-3F93F30D8A9F}" type="pres">
      <dgm:prSet presAssocID="{9CB22064-445A-44F3-A67B-81A56F931859}" presName="thickLine" presStyleLbl="alignNode1" presStyleIdx="6" presStyleCnt="10"/>
      <dgm:spPr/>
    </dgm:pt>
    <dgm:pt modelId="{733E34B0-B0B5-450E-9D30-0D80F9C2CF06}" type="pres">
      <dgm:prSet presAssocID="{9CB22064-445A-44F3-A67B-81A56F931859}" presName="horz1" presStyleCnt="0"/>
      <dgm:spPr/>
    </dgm:pt>
    <dgm:pt modelId="{EA0819C6-C5B0-4DE3-8F13-7A3727CC171C}" type="pres">
      <dgm:prSet presAssocID="{9CB22064-445A-44F3-A67B-81A56F931859}" presName="tx1" presStyleLbl="revTx" presStyleIdx="6" presStyleCnt="10"/>
      <dgm:spPr/>
    </dgm:pt>
    <dgm:pt modelId="{C972E58F-2C78-440D-83D8-76834580E87B}" type="pres">
      <dgm:prSet presAssocID="{9CB22064-445A-44F3-A67B-81A56F931859}" presName="vert1" presStyleCnt="0"/>
      <dgm:spPr/>
    </dgm:pt>
    <dgm:pt modelId="{1BC98DC2-4012-46E1-A21D-28CCCEB16092}" type="pres">
      <dgm:prSet presAssocID="{271C3798-8F7E-45FC-93BD-1567CC9825A6}" presName="thickLine" presStyleLbl="alignNode1" presStyleIdx="7" presStyleCnt="10"/>
      <dgm:spPr/>
    </dgm:pt>
    <dgm:pt modelId="{1F6D62D3-D873-4F3D-AFE4-5765AE23FF34}" type="pres">
      <dgm:prSet presAssocID="{271C3798-8F7E-45FC-93BD-1567CC9825A6}" presName="horz1" presStyleCnt="0"/>
      <dgm:spPr/>
    </dgm:pt>
    <dgm:pt modelId="{6D89F79A-293B-4112-81E6-FF28F7196569}" type="pres">
      <dgm:prSet presAssocID="{271C3798-8F7E-45FC-93BD-1567CC9825A6}" presName="tx1" presStyleLbl="revTx" presStyleIdx="7" presStyleCnt="10"/>
      <dgm:spPr/>
    </dgm:pt>
    <dgm:pt modelId="{54DF3329-B60C-4702-BF4B-EA9B542E3413}" type="pres">
      <dgm:prSet presAssocID="{271C3798-8F7E-45FC-93BD-1567CC9825A6}" presName="vert1" presStyleCnt="0"/>
      <dgm:spPr/>
    </dgm:pt>
    <dgm:pt modelId="{82A9C437-16BD-407A-B526-6A10FAA8C61E}" type="pres">
      <dgm:prSet presAssocID="{B4C9C0B9-B3ED-443B-8988-AF1B9AEE619E}" presName="thickLine" presStyleLbl="alignNode1" presStyleIdx="8" presStyleCnt="10"/>
      <dgm:spPr/>
    </dgm:pt>
    <dgm:pt modelId="{7CED6EB3-9D67-42CB-932D-B483F5308626}" type="pres">
      <dgm:prSet presAssocID="{B4C9C0B9-B3ED-443B-8988-AF1B9AEE619E}" presName="horz1" presStyleCnt="0"/>
      <dgm:spPr/>
    </dgm:pt>
    <dgm:pt modelId="{51A4342E-FF76-409C-A753-5453EE600950}" type="pres">
      <dgm:prSet presAssocID="{B4C9C0B9-B3ED-443B-8988-AF1B9AEE619E}" presName="tx1" presStyleLbl="revTx" presStyleIdx="8" presStyleCnt="10"/>
      <dgm:spPr/>
    </dgm:pt>
    <dgm:pt modelId="{4A150D74-A2E8-42F9-AE9A-BE608B0A8B0E}" type="pres">
      <dgm:prSet presAssocID="{B4C9C0B9-B3ED-443B-8988-AF1B9AEE619E}" presName="vert1" presStyleCnt="0"/>
      <dgm:spPr/>
    </dgm:pt>
    <dgm:pt modelId="{9A568BA7-DB3C-49F1-A4FC-70E0DC051F9E}" type="pres">
      <dgm:prSet presAssocID="{B9873DC0-2185-41C8-A270-8FA2A5060E7D}" presName="thickLine" presStyleLbl="alignNode1" presStyleIdx="9" presStyleCnt="10"/>
      <dgm:spPr/>
    </dgm:pt>
    <dgm:pt modelId="{E78DF01F-FB97-46FE-9352-E57D406A5F50}" type="pres">
      <dgm:prSet presAssocID="{B9873DC0-2185-41C8-A270-8FA2A5060E7D}" presName="horz1" presStyleCnt="0"/>
      <dgm:spPr/>
    </dgm:pt>
    <dgm:pt modelId="{D0885292-717C-42EA-BFD4-3E0929DAF772}" type="pres">
      <dgm:prSet presAssocID="{B9873DC0-2185-41C8-A270-8FA2A5060E7D}" presName="tx1" presStyleLbl="revTx" presStyleIdx="9" presStyleCnt="10"/>
      <dgm:spPr/>
    </dgm:pt>
    <dgm:pt modelId="{A9E20C05-D632-43C4-9572-335E30C24095}" type="pres">
      <dgm:prSet presAssocID="{B9873DC0-2185-41C8-A270-8FA2A5060E7D}" presName="vert1" presStyleCnt="0"/>
      <dgm:spPr/>
    </dgm:pt>
  </dgm:ptLst>
  <dgm:cxnLst>
    <dgm:cxn modelId="{1AF7A104-F9C9-4195-9367-6EA11575BE8A}" type="presOf" srcId="{6AFB78AA-A040-4F5C-8475-3124189B3F45}" destId="{4A5908CB-EC50-48F5-BE69-91ACBB49C0E4}" srcOrd="0" destOrd="0" presId="urn:microsoft.com/office/officeart/2008/layout/LinedList"/>
    <dgm:cxn modelId="{C3DA3017-4BC3-413C-BB82-566F00486C4D}" srcId="{C618A341-8F72-42F3-9459-FB6622EF0BFB}" destId="{6AFB78AA-A040-4F5C-8475-3124189B3F45}" srcOrd="2" destOrd="0" parTransId="{F8EB46FB-A9AE-4DF0-96CB-9B65670987F6}" sibTransId="{8B6346D2-579C-4A05-BBC7-A0DA0A52BB44}"/>
    <dgm:cxn modelId="{8FC9E61F-820B-4545-B63D-BCFDAE1E73EA}" type="presOf" srcId="{B4C9C0B9-B3ED-443B-8988-AF1B9AEE619E}" destId="{51A4342E-FF76-409C-A753-5453EE600950}" srcOrd="0" destOrd="0" presId="urn:microsoft.com/office/officeart/2008/layout/LinedList"/>
    <dgm:cxn modelId="{EF0CED29-D756-4169-ADD2-850B13444B2B}" srcId="{C618A341-8F72-42F3-9459-FB6622EF0BFB}" destId="{9CB22064-445A-44F3-A67B-81A56F931859}" srcOrd="6" destOrd="0" parTransId="{19EF5EB4-BA80-468A-A468-E9DBE0F6FD33}" sibTransId="{2E149C82-330F-4702-B3BD-28282ECCA7E1}"/>
    <dgm:cxn modelId="{9C4F422B-F3C8-40A0-85C2-44EB67BDF6ED}" srcId="{C618A341-8F72-42F3-9459-FB6622EF0BFB}" destId="{EE9CE3E7-FE1E-4D9D-B1A7-83CBE71088C0}" srcOrd="0" destOrd="0" parTransId="{F3D48622-14FE-4226-AE46-3A0B7EE8AE80}" sibTransId="{112CAB82-F1DC-43C6-BA33-0D4202F9167C}"/>
    <dgm:cxn modelId="{FE08AF31-E2AF-4435-A05B-6BC209CFF13B}" type="presOf" srcId="{9CB22064-445A-44F3-A67B-81A56F931859}" destId="{EA0819C6-C5B0-4DE3-8F13-7A3727CC171C}" srcOrd="0" destOrd="0" presId="urn:microsoft.com/office/officeart/2008/layout/LinedList"/>
    <dgm:cxn modelId="{9BF52C38-8E4C-472B-9F00-B6F7BCEDCC7A}" srcId="{C618A341-8F72-42F3-9459-FB6622EF0BFB}" destId="{FA40D413-759D-4D82-890C-6641DA6CF96F}" srcOrd="3" destOrd="0" parTransId="{29BFEDE8-86E8-4576-80CB-A4B2A82D32C3}" sibTransId="{91B0A047-4511-4617-A3E7-2E8125E8C4E4}"/>
    <dgm:cxn modelId="{5443C45E-90A8-4EA6-A834-9FE0494628FB}" type="presOf" srcId="{B9873DC0-2185-41C8-A270-8FA2A5060E7D}" destId="{D0885292-717C-42EA-BFD4-3E0929DAF772}" srcOrd="0" destOrd="0" presId="urn:microsoft.com/office/officeart/2008/layout/LinedList"/>
    <dgm:cxn modelId="{39032969-048E-41F1-9293-9C5CF69D2812}" srcId="{C618A341-8F72-42F3-9459-FB6622EF0BFB}" destId="{5DBA9A4E-3BCC-446A-A5DC-7923BCFEDBBB}" srcOrd="4" destOrd="0" parTransId="{F26EFE65-9323-421E-B500-71942F2A53CB}" sibTransId="{12069D2F-3D36-4C7C-B61D-A0DB4669348B}"/>
    <dgm:cxn modelId="{B81FC66B-B1F7-4074-ABB3-4AFF614B4CE7}" srcId="{C618A341-8F72-42F3-9459-FB6622EF0BFB}" destId="{271C3798-8F7E-45FC-93BD-1567CC9825A6}" srcOrd="7" destOrd="0" parTransId="{7691CB5E-5E5D-471A-93E6-7EDECA3EA4E6}" sibTransId="{0ACD86FB-C1D2-4823-8217-CA4FBB3098F7}"/>
    <dgm:cxn modelId="{4390D76C-2BDB-4E0A-958C-EDE28C141F30}" type="presOf" srcId="{FA40D413-759D-4D82-890C-6641DA6CF96F}" destId="{4DC20184-4DA0-4C05-874F-C309003BDCBA}" srcOrd="0" destOrd="0" presId="urn:microsoft.com/office/officeart/2008/layout/LinedList"/>
    <dgm:cxn modelId="{03928E73-7472-4A3A-B620-5B7C6B238263}" srcId="{C618A341-8F72-42F3-9459-FB6622EF0BFB}" destId="{631EE6F8-C705-4B4E-83CF-8A054E940CC7}" srcOrd="1" destOrd="0" parTransId="{A7D31CEA-577D-4B3E-A522-09AD9139454F}" sibTransId="{5B3546EE-1F98-4659-B736-07E451378DBF}"/>
    <dgm:cxn modelId="{C50767A4-AF8C-4037-85F7-979B9943534B}" type="presOf" srcId="{790A9E14-C317-4F82-B550-EEC3C48D8097}" destId="{214AF32F-2DBD-4D60-8635-1AB93CCCD3FA}" srcOrd="0" destOrd="0" presId="urn:microsoft.com/office/officeart/2008/layout/LinedList"/>
    <dgm:cxn modelId="{9DABC7A8-9CEC-4F34-9A46-EC6DEDBED0AF}" srcId="{C618A341-8F72-42F3-9459-FB6622EF0BFB}" destId="{790A9E14-C317-4F82-B550-EEC3C48D8097}" srcOrd="5" destOrd="0" parTransId="{F94D8AA8-2759-4AFB-8081-FD70409731C5}" sibTransId="{F5A95CEA-C2C3-4841-A764-32EBB66ACC9F}"/>
    <dgm:cxn modelId="{F5DB82C1-DBD6-4AC7-A543-CC863C9DBF22}" type="presOf" srcId="{271C3798-8F7E-45FC-93BD-1567CC9825A6}" destId="{6D89F79A-293B-4112-81E6-FF28F7196569}" srcOrd="0" destOrd="0" presId="urn:microsoft.com/office/officeart/2008/layout/LinedList"/>
    <dgm:cxn modelId="{28CED0C1-64D6-49A6-95AF-5BE5A4C89B18}" type="presOf" srcId="{C618A341-8F72-42F3-9459-FB6622EF0BFB}" destId="{CAF9F8BB-072F-4169-87E0-62B50D5E1835}" srcOrd="0" destOrd="0" presId="urn:microsoft.com/office/officeart/2008/layout/LinedList"/>
    <dgm:cxn modelId="{264048C8-EFC8-45C3-B02F-084EB381715C}" srcId="{C618A341-8F72-42F3-9459-FB6622EF0BFB}" destId="{B9873DC0-2185-41C8-A270-8FA2A5060E7D}" srcOrd="9" destOrd="0" parTransId="{2CCFED16-827A-4428-B5D7-0D2C08C8C762}" sibTransId="{A056E23E-ED70-4ACB-99C5-91E1CEB1F6F8}"/>
    <dgm:cxn modelId="{4296C0CC-ED05-4D0C-8F0E-48F2648AED2C}" srcId="{C618A341-8F72-42F3-9459-FB6622EF0BFB}" destId="{B4C9C0B9-B3ED-443B-8988-AF1B9AEE619E}" srcOrd="8" destOrd="0" parTransId="{1C4DD5E6-6738-4E8E-B5FD-6A51D2A1A647}" sibTransId="{4EDEF422-0465-4406-B647-A541536DCC7B}"/>
    <dgm:cxn modelId="{A2E313D4-004D-4051-AADB-BCF09B64F790}" type="presOf" srcId="{631EE6F8-C705-4B4E-83CF-8A054E940CC7}" destId="{91972B2B-28CB-4E8E-B7AE-C985931C2023}" srcOrd="0" destOrd="0" presId="urn:microsoft.com/office/officeart/2008/layout/LinedList"/>
    <dgm:cxn modelId="{5B559DEA-4EE5-42F9-9276-1B2678105AA7}" type="presOf" srcId="{EE9CE3E7-FE1E-4D9D-B1A7-83CBE71088C0}" destId="{7874B111-FFAB-4FFB-B702-7E8256D1DEB4}" srcOrd="0" destOrd="0" presId="urn:microsoft.com/office/officeart/2008/layout/LinedList"/>
    <dgm:cxn modelId="{F6DE9FEE-1998-44F6-A3B8-E30B915EB84A}" type="presOf" srcId="{5DBA9A4E-3BCC-446A-A5DC-7923BCFEDBBB}" destId="{4C6B225D-C2BE-4BB5-BD6D-D0F4E88D966B}" srcOrd="0" destOrd="0" presId="urn:microsoft.com/office/officeart/2008/layout/LinedList"/>
    <dgm:cxn modelId="{FA154A71-35A0-4B6E-AF84-F7E39711E6D5}" type="presParOf" srcId="{CAF9F8BB-072F-4169-87E0-62B50D5E1835}" destId="{DBF04F4C-7A75-446E-8634-3A2C60D7BD4F}" srcOrd="0" destOrd="0" presId="urn:microsoft.com/office/officeart/2008/layout/LinedList"/>
    <dgm:cxn modelId="{37FC5F97-4812-4BAE-996C-43983795CC5E}" type="presParOf" srcId="{CAF9F8BB-072F-4169-87E0-62B50D5E1835}" destId="{0A5A4519-8CC5-47E9-A578-E405C59B645E}" srcOrd="1" destOrd="0" presId="urn:microsoft.com/office/officeart/2008/layout/LinedList"/>
    <dgm:cxn modelId="{E07F32ED-DD82-48D2-8338-352DE2B2566C}" type="presParOf" srcId="{0A5A4519-8CC5-47E9-A578-E405C59B645E}" destId="{7874B111-FFAB-4FFB-B702-7E8256D1DEB4}" srcOrd="0" destOrd="0" presId="urn:microsoft.com/office/officeart/2008/layout/LinedList"/>
    <dgm:cxn modelId="{1F41E5EF-D096-4549-8EE3-8A473102D6B6}" type="presParOf" srcId="{0A5A4519-8CC5-47E9-A578-E405C59B645E}" destId="{7CB3F26D-5198-4BB4-8CD0-DB9B187511BE}" srcOrd="1" destOrd="0" presId="urn:microsoft.com/office/officeart/2008/layout/LinedList"/>
    <dgm:cxn modelId="{F606AFF0-710E-455D-B906-CCA166D59524}" type="presParOf" srcId="{CAF9F8BB-072F-4169-87E0-62B50D5E1835}" destId="{7B1B9392-523F-4CBF-B1D9-D78DBFF01F7D}" srcOrd="2" destOrd="0" presId="urn:microsoft.com/office/officeart/2008/layout/LinedList"/>
    <dgm:cxn modelId="{CAAA2118-3040-4E7F-A33A-53D75D48EAEA}" type="presParOf" srcId="{CAF9F8BB-072F-4169-87E0-62B50D5E1835}" destId="{3EA02E15-EE48-4946-A995-10B852DFFCD6}" srcOrd="3" destOrd="0" presId="urn:microsoft.com/office/officeart/2008/layout/LinedList"/>
    <dgm:cxn modelId="{3D571C82-B614-419E-84E1-3B255DB6EA8A}" type="presParOf" srcId="{3EA02E15-EE48-4946-A995-10B852DFFCD6}" destId="{91972B2B-28CB-4E8E-B7AE-C985931C2023}" srcOrd="0" destOrd="0" presId="urn:microsoft.com/office/officeart/2008/layout/LinedList"/>
    <dgm:cxn modelId="{E0EF96A4-EB58-4CFC-B57E-B8F01C9D2B3F}" type="presParOf" srcId="{3EA02E15-EE48-4946-A995-10B852DFFCD6}" destId="{4AAE6B75-D42A-44EC-8BD8-381AA7A08382}" srcOrd="1" destOrd="0" presId="urn:microsoft.com/office/officeart/2008/layout/LinedList"/>
    <dgm:cxn modelId="{BB4FAED3-06FB-42F4-AA6B-DD2B5F6934D5}" type="presParOf" srcId="{CAF9F8BB-072F-4169-87E0-62B50D5E1835}" destId="{F43DB940-D44D-4D31-AB7A-2DEFB2D61792}" srcOrd="4" destOrd="0" presId="urn:microsoft.com/office/officeart/2008/layout/LinedList"/>
    <dgm:cxn modelId="{7CF96676-A263-4C6D-8912-38FB5A09FD78}" type="presParOf" srcId="{CAF9F8BB-072F-4169-87E0-62B50D5E1835}" destId="{D279F82C-9038-4B22-AF3F-289FA99CEB68}" srcOrd="5" destOrd="0" presId="urn:microsoft.com/office/officeart/2008/layout/LinedList"/>
    <dgm:cxn modelId="{56108E5F-CA56-4B3C-BB95-D9C81E6BA3BE}" type="presParOf" srcId="{D279F82C-9038-4B22-AF3F-289FA99CEB68}" destId="{4A5908CB-EC50-48F5-BE69-91ACBB49C0E4}" srcOrd="0" destOrd="0" presId="urn:microsoft.com/office/officeart/2008/layout/LinedList"/>
    <dgm:cxn modelId="{FBBF9C14-3D64-4761-B7A8-62722F7AFDAD}" type="presParOf" srcId="{D279F82C-9038-4B22-AF3F-289FA99CEB68}" destId="{B29F8803-F07A-4316-92A6-0E317B8B68CF}" srcOrd="1" destOrd="0" presId="urn:microsoft.com/office/officeart/2008/layout/LinedList"/>
    <dgm:cxn modelId="{C3D76C5A-506B-40DF-AA24-C920D7D658D8}" type="presParOf" srcId="{CAF9F8BB-072F-4169-87E0-62B50D5E1835}" destId="{85D37621-D314-4ED1-80E2-2AE1752CC1B2}" srcOrd="6" destOrd="0" presId="urn:microsoft.com/office/officeart/2008/layout/LinedList"/>
    <dgm:cxn modelId="{B6E14FDD-2AF6-4FDD-8EFD-B9087CC507B4}" type="presParOf" srcId="{CAF9F8BB-072F-4169-87E0-62B50D5E1835}" destId="{76BF3C3D-9F00-4BFE-873A-5720A3147081}" srcOrd="7" destOrd="0" presId="urn:microsoft.com/office/officeart/2008/layout/LinedList"/>
    <dgm:cxn modelId="{E8E803C8-F356-4E22-AB43-2637450F1803}" type="presParOf" srcId="{76BF3C3D-9F00-4BFE-873A-5720A3147081}" destId="{4DC20184-4DA0-4C05-874F-C309003BDCBA}" srcOrd="0" destOrd="0" presId="urn:microsoft.com/office/officeart/2008/layout/LinedList"/>
    <dgm:cxn modelId="{EFAB04F7-8B59-4EF8-BCD2-D368D57941AE}" type="presParOf" srcId="{76BF3C3D-9F00-4BFE-873A-5720A3147081}" destId="{F0E8B7C2-B5E6-43F2-B4D6-E30C4E25EB7F}" srcOrd="1" destOrd="0" presId="urn:microsoft.com/office/officeart/2008/layout/LinedList"/>
    <dgm:cxn modelId="{57C5B6AA-039C-4F5F-8160-4C54F1F49BF9}" type="presParOf" srcId="{CAF9F8BB-072F-4169-87E0-62B50D5E1835}" destId="{675DE4C5-EACD-4340-9CA5-77280CD59CE9}" srcOrd="8" destOrd="0" presId="urn:microsoft.com/office/officeart/2008/layout/LinedList"/>
    <dgm:cxn modelId="{F76CDD7C-310A-4A6B-8AB6-B713BD41AF06}" type="presParOf" srcId="{CAF9F8BB-072F-4169-87E0-62B50D5E1835}" destId="{6AA8C8C0-12BD-4080-9F6B-80CA1647CC2A}" srcOrd="9" destOrd="0" presId="urn:microsoft.com/office/officeart/2008/layout/LinedList"/>
    <dgm:cxn modelId="{C9DBE9CE-C26A-4F9F-9BC4-0A0EEEBEC4F7}" type="presParOf" srcId="{6AA8C8C0-12BD-4080-9F6B-80CA1647CC2A}" destId="{4C6B225D-C2BE-4BB5-BD6D-D0F4E88D966B}" srcOrd="0" destOrd="0" presId="urn:microsoft.com/office/officeart/2008/layout/LinedList"/>
    <dgm:cxn modelId="{6A1FB01B-939D-47FD-A727-0087F5B0E54C}" type="presParOf" srcId="{6AA8C8C0-12BD-4080-9F6B-80CA1647CC2A}" destId="{62969917-C862-4092-BAF0-6D960FD911DE}" srcOrd="1" destOrd="0" presId="urn:microsoft.com/office/officeart/2008/layout/LinedList"/>
    <dgm:cxn modelId="{90A35847-02A1-42C3-914D-05CD9DF77F5B}" type="presParOf" srcId="{CAF9F8BB-072F-4169-87E0-62B50D5E1835}" destId="{DEB95FDF-04A1-4CDD-8BC5-2136EAFDE180}" srcOrd="10" destOrd="0" presId="urn:microsoft.com/office/officeart/2008/layout/LinedList"/>
    <dgm:cxn modelId="{93107496-7107-4EA2-8C27-2F4320D02969}" type="presParOf" srcId="{CAF9F8BB-072F-4169-87E0-62B50D5E1835}" destId="{8FB4F827-B556-425B-B7F7-BCAC78657CE1}" srcOrd="11" destOrd="0" presId="urn:microsoft.com/office/officeart/2008/layout/LinedList"/>
    <dgm:cxn modelId="{3F48E72E-76B8-456E-B028-A6D8D5E8A659}" type="presParOf" srcId="{8FB4F827-B556-425B-B7F7-BCAC78657CE1}" destId="{214AF32F-2DBD-4D60-8635-1AB93CCCD3FA}" srcOrd="0" destOrd="0" presId="urn:microsoft.com/office/officeart/2008/layout/LinedList"/>
    <dgm:cxn modelId="{069A24E2-F9A9-4316-8410-C847EE817853}" type="presParOf" srcId="{8FB4F827-B556-425B-B7F7-BCAC78657CE1}" destId="{BCE8A0E0-6022-4EF4-B52E-8BE9DB0849EB}" srcOrd="1" destOrd="0" presId="urn:microsoft.com/office/officeart/2008/layout/LinedList"/>
    <dgm:cxn modelId="{2DACDD55-E043-46E1-8BAE-D91A10FB3D9E}" type="presParOf" srcId="{CAF9F8BB-072F-4169-87E0-62B50D5E1835}" destId="{09FA532A-A013-4E4E-834F-3F93F30D8A9F}" srcOrd="12" destOrd="0" presId="urn:microsoft.com/office/officeart/2008/layout/LinedList"/>
    <dgm:cxn modelId="{D215430F-109D-4F63-8606-DAAD83CA15A7}" type="presParOf" srcId="{CAF9F8BB-072F-4169-87E0-62B50D5E1835}" destId="{733E34B0-B0B5-450E-9D30-0D80F9C2CF06}" srcOrd="13" destOrd="0" presId="urn:microsoft.com/office/officeart/2008/layout/LinedList"/>
    <dgm:cxn modelId="{D9531C56-6BBA-4171-A8A1-C972A79267BA}" type="presParOf" srcId="{733E34B0-B0B5-450E-9D30-0D80F9C2CF06}" destId="{EA0819C6-C5B0-4DE3-8F13-7A3727CC171C}" srcOrd="0" destOrd="0" presId="urn:microsoft.com/office/officeart/2008/layout/LinedList"/>
    <dgm:cxn modelId="{17AE8317-2F60-4E5F-BBA4-D4B4D5F9A3D1}" type="presParOf" srcId="{733E34B0-B0B5-450E-9D30-0D80F9C2CF06}" destId="{C972E58F-2C78-440D-83D8-76834580E87B}" srcOrd="1" destOrd="0" presId="urn:microsoft.com/office/officeart/2008/layout/LinedList"/>
    <dgm:cxn modelId="{EDA0CDCD-19B7-441E-BE20-DE04D24877DD}" type="presParOf" srcId="{CAF9F8BB-072F-4169-87E0-62B50D5E1835}" destId="{1BC98DC2-4012-46E1-A21D-28CCCEB16092}" srcOrd="14" destOrd="0" presId="urn:microsoft.com/office/officeart/2008/layout/LinedList"/>
    <dgm:cxn modelId="{FECCE2B8-EE3D-41DA-BBA0-C420788302DD}" type="presParOf" srcId="{CAF9F8BB-072F-4169-87E0-62B50D5E1835}" destId="{1F6D62D3-D873-4F3D-AFE4-5765AE23FF34}" srcOrd="15" destOrd="0" presId="urn:microsoft.com/office/officeart/2008/layout/LinedList"/>
    <dgm:cxn modelId="{4AE31D5B-7FD3-418A-9AC6-6A83F1857EA4}" type="presParOf" srcId="{1F6D62D3-D873-4F3D-AFE4-5765AE23FF34}" destId="{6D89F79A-293B-4112-81E6-FF28F7196569}" srcOrd="0" destOrd="0" presId="urn:microsoft.com/office/officeart/2008/layout/LinedList"/>
    <dgm:cxn modelId="{318B3B36-CE4B-4AB0-BF50-4CDDF61811C4}" type="presParOf" srcId="{1F6D62D3-D873-4F3D-AFE4-5765AE23FF34}" destId="{54DF3329-B60C-4702-BF4B-EA9B542E3413}" srcOrd="1" destOrd="0" presId="urn:microsoft.com/office/officeart/2008/layout/LinedList"/>
    <dgm:cxn modelId="{25E7883B-0569-4D09-ACA2-D09776393530}" type="presParOf" srcId="{CAF9F8BB-072F-4169-87E0-62B50D5E1835}" destId="{82A9C437-16BD-407A-B526-6A10FAA8C61E}" srcOrd="16" destOrd="0" presId="urn:microsoft.com/office/officeart/2008/layout/LinedList"/>
    <dgm:cxn modelId="{6AE17DB3-7673-418F-B7AF-F079499B3154}" type="presParOf" srcId="{CAF9F8BB-072F-4169-87E0-62B50D5E1835}" destId="{7CED6EB3-9D67-42CB-932D-B483F5308626}" srcOrd="17" destOrd="0" presId="urn:microsoft.com/office/officeart/2008/layout/LinedList"/>
    <dgm:cxn modelId="{F41A0D5F-1B1D-442B-BAAC-3D9321D621C5}" type="presParOf" srcId="{7CED6EB3-9D67-42CB-932D-B483F5308626}" destId="{51A4342E-FF76-409C-A753-5453EE600950}" srcOrd="0" destOrd="0" presId="urn:microsoft.com/office/officeart/2008/layout/LinedList"/>
    <dgm:cxn modelId="{A07305D7-4619-4F8C-8C88-A1A1F0248122}" type="presParOf" srcId="{7CED6EB3-9D67-42CB-932D-B483F5308626}" destId="{4A150D74-A2E8-42F9-AE9A-BE608B0A8B0E}" srcOrd="1" destOrd="0" presId="urn:microsoft.com/office/officeart/2008/layout/LinedList"/>
    <dgm:cxn modelId="{75E3CB58-B5CC-4303-BF7F-1A6326968452}" type="presParOf" srcId="{CAF9F8BB-072F-4169-87E0-62B50D5E1835}" destId="{9A568BA7-DB3C-49F1-A4FC-70E0DC051F9E}" srcOrd="18" destOrd="0" presId="urn:microsoft.com/office/officeart/2008/layout/LinedList"/>
    <dgm:cxn modelId="{9D09C64B-9A8C-49F6-994A-226BB3B731A7}" type="presParOf" srcId="{CAF9F8BB-072F-4169-87E0-62B50D5E1835}" destId="{E78DF01F-FB97-46FE-9352-E57D406A5F50}" srcOrd="19" destOrd="0" presId="urn:microsoft.com/office/officeart/2008/layout/LinedList"/>
    <dgm:cxn modelId="{5B7EB3E8-7689-42A5-9E01-F0CA4A958FCB}" type="presParOf" srcId="{E78DF01F-FB97-46FE-9352-E57D406A5F50}" destId="{D0885292-717C-42EA-BFD4-3E0929DAF772}" srcOrd="0" destOrd="0" presId="urn:microsoft.com/office/officeart/2008/layout/LinedList"/>
    <dgm:cxn modelId="{FF29F69C-4691-4E2D-9398-2F04563EDC35}" type="presParOf" srcId="{E78DF01F-FB97-46FE-9352-E57D406A5F50}" destId="{A9E20C05-D632-43C4-9572-335E30C2409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33D5B0-DD8F-4C21-A8C6-92F3E2A0BA5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9B6A1AF-E038-4EEB-8729-369957F4B1FC}">
      <dgm:prSet/>
      <dgm:spPr/>
      <dgm:t>
        <a:bodyPr/>
        <a:lstStyle/>
        <a:p>
          <a:r>
            <a:rPr lang="en-US"/>
            <a:t>✅ Tools:</a:t>
          </a:r>
        </a:p>
      </dgm:t>
    </dgm:pt>
    <dgm:pt modelId="{F3B0880E-05F9-4156-93EF-AB45B74AA050}" type="parTrans" cxnId="{DFA755E6-282F-4340-A042-8B086637188C}">
      <dgm:prSet/>
      <dgm:spPr/>
      <dgm:t>
        <a:bodyPr/>
        <a:lstStyle/>
        <a:p>
          <a:endParaRPr lang="en-US"/>
        </a:p>
      </dgm:t>
    </dgm:pt>
    <dgm:pt modelId="{0B3B7650-AA54-4CD4-AA5F-44F6A4CC2165}" type="sibTrans" cxnId="{DFA755E6-282F-4340-A042-8B086637188C}">
      <dgm:prSet/>
      <dgm:spPr/>
      <dgm:t>
        <a:bodyPr/>
        <a:lstStyle/>
        <a:p>
          <a:endParaRPr lang="en-US"/>
        </a:p>
      </dgm:t>
    </dgm:pt>
    <dgm:pt modelId="{2EF43005-4E68-47C4-AE5C-505C9C3CBC30}">
      <dgm:prSet/>
      <dgm:spPr/>
      <dgm:t>
        <a:bodyPr/>
        <a:lstStyle/>
        <a:p>
          <a:r>
            <a:rPr lang="en-US"/>
            <a:t>- Python, Jupyter Notebook</a:t>
          </a:r>
        </a:p>
      </dgm:t>
    </dgm:pt>
    <dgm:pt modelId="{E6D2292B-8BB4-4A98-8AB6-09029F48C4D7}" type="parTrans" cxnId="{183CAE2E-1168-4B9D-A6B0-AF93705C11B9}">
      <dgm:prSet/>
      <dgm:spPr/>
      <dgm:t>
        <a:bodyPr/>
        <a:lstStyle/>
        <a:p>
          <a:endParaRPr lang="en-US"/>
        </a:p>
      </dgm:t>
    </dgm:pt>
    <dgm:pt modelId="{CF475A1E-591E-4736-904D-88DFDFA8A829}" type="sibTrans" cxnId="{183CAE2E-1168-4B9D-A6B0-AF93705C11B9}">
      <dgm:prSet/>
      <dgm:spPr/>
      <dgm:t>
        <a:bodyPr/>
        <a:lstStyle/>
        <a:p>
          <a:endParaRPr lang="en-US"/>
        </a:p>
      </dgm:t>
    </dgm:pt>
    <dgm:pt modelId="{8E233BC2-57B8-417D-BB39-ECD61F539985}">
      <dgm:prSet/>
      <dgm:spPr/>
      <dgm:t>
        <a:bodyPr/>
        <a:lstStyle/>
        <a:p>
          <a:r>
            <a:rPr lang="en-US"/>
            <a:t>- Pandas, NumPy for data manipulation</a:t>
          </a:r>
        </a:p>
      </dgm:t>
    </dgm:pt>
    <dgm:pt modelId="{D310CFB5-CF9B-4C9F-AADF-32FFB7DA0210}" type="parTrans" cxnId="{689A0B33-2C55-40E0-946D-4961846F3AD4}">
      <dgm:prSet/>
      <dgm:spPr/>
      <dgm:t>
        <a:bodyPr/>
        <a:lstStyle/>
        <a:p>
          <a:endParaRPr lang="en-US"/>
        </a:p>
      </dgm:t>
    </dgm:pt>
    <dgm:pt modelId="{79600234-663D-475E-830B-18A301188181}" type="sibTrans" cxnId="{689A0B33-2C55-40E0-946D-4961846F3AD4}">
      <dgm:prSet/>
      <dgm:spPr/>
      <dgm:t>
        <a:bodyPr/>
        <a:lstStyle/>
        <a:p>
          <a:endParaRPr lang="en-US"/>
        </a:p>
      </dgm:t>
    </dgm:pt>
    <dgm:pt modelId="{57B42273-20C0-4CCF-A577-BAEFA2ED05C2}">
      <dgm:prSet/>
      <dgm:spPr/>
      <dgm:t>
        <a:bodyPr/>
        <a:lstStyle/>
        <a:p>
          <a:r>
            <a:rPr lang="en-US"/>
            <a:t>- Matplotlib, Seaborn, WordCloud for visualization</a:t>
          </a:r>
        </a:p>
      </dgm:t>
    </dgm:pt>
    <dgm:pt modelId="{14F1790C-C4B3-40A7-A1FF-F6922EFC5D11}" type="parTrans" cxnId="{7E3E05B5-20B8-43A6-8D1A-79BBCAA02B5F}">
      <dgm:prSet/>
      <dgm:spPr/>
      <dgm:t>
        <a:bodyPr/>
        <a:lstStyle/>
        <a:p>
          <a:endParaRPr lang="en-US"/>
        </a:p>
      </dgm:t>
    </dgm:pt>
    <dgm:pt modelId="{65419379-303A-4205-BEDC-74A1B66191B1}" type="sibTrans" cxnId="{7E3E05B5-20B8-43A6-8D1A-79BBCAA02B5F}">
      <dgm:prSet/>
      <dgm:spPr/>
      <dgm:t>
        <a:bodyPr/>
        <a:lstStyle/>
        <a:p>
          <a:endParaRPr lang="en-US"/>
        </a:p>
      </dgm:t>
    </dgm:pt>
    <dgm:pt modelId="{5EE60C74-B466-42E8-9E8F-88577B36EDD8}">
      <dgm:prSet/>
      <dgm:spPr/>
      <dgm:t>
        <a:bodyPr/>
        <a:lstStyle/>
        <a:p>
          <a:r>
            <a:rPr lang="en-US"/>
            <a:t>- NLTK, VADER for text preprocessing and sentiment analysis</a:t>
          </a:r>
        </a:p>
      </dgm:t>
    </dgm:pt>
    <dgm:pt modelId="{A0D434C1-8C55-4126-A101-C0553865B155}" type="parTrans" cxnId="{59CB2EE7-D55E-4895-B2EA-03F16021C451}">
      <dgm:prSet/>
      <dgm:spPr/>
      <dgm:t>
        <a:bodyPr/>
        <a:lstStyle/>
        <a:p>
          <a:endParaRPr lang="en-US"/>
        </a:p>
      </dgm:t>
    </dgm:pt>
    <dgm:pt modelId="{94F5214A-9CE0-4813-8E1C-15FF690A76DB}" type="sibTrans" cxnId="{59CB2EE7-D55E-4895-B2EA-03F16021C451}">
      <dgm:prSet/>
      <dgm:spPr/>
      <dgm:t>
        <a:bodyPr/>
        <a:lstStyle/>
        <a:p>
          <a:endParaRPr lang="en-US"/>
        </a:p>
      </dgm:t>
    </dgm:pt>
    <dgm:pt modelId="{95A52F7F-F1BA-4F2F-B9C2-3F4A8ECDF3C7}">
      <dgm:prSet/>
      <dgm:spPr/>
      <dgm:t>
        <a:bodyPr/>
        <a:lstStyle/>
        <a:p>
          <a:r>
            <a:rPr lang="en-US"/>
            <a:t>- Scikit-learn, TensorFlow/Keras for ML and DL models</a:t>
          </a:r>
        </a:p>
      </dgm:t>
    </dgm:pt>
    <dgm:pt modelId="{7C989073-687E-470C-890C-B5A98A4FD387}" type="parTrans" cxnId="{2D667809-8BF1-4F06-9200-621F153E2FAC}">
      <dgm:prSet/>
      <dgm:spPr/>
      <dgm:t>
        <a:bodyPr/>
        <a:lstStyle/>
        <a:p>
          <a:endParaRPr lang="en-US"/>
        </a:p>
      </dgm:t>
    </dgm:pt>
    <dgm:pt modelId="{14F652E1-A9B3-4238-B0E3-C6F00C464979}" type="sibTrans" cxnId="{2D667809-8BF1-4F06-9200-621F153E2FAC}">
      <dgm:prSet/>
      <dgm:spPr/>
      <dgm:t>
        <a:bodyPr/>
        <a:lstStyle/>
        <a:p>
          <a:endParaRPr lang="en-US"/>
        </a:p>
      </dgm:t>
    </dgm:pt>
    <dgm:pt modelId="{B523D3F6-CFA8-426C-BB10-3B1B145D1F80}">
      <dgm:prSet/>
      <dgm:spPr/>
      <dgm:t>
        <a:bodyPr/>
        <a:lstStyle/>
        <a:p>
          <a:r>
            <a:rPr lang="en-US"/>
            <a:t>✅ Environment:</a:t>
          </a:r>
        </a:p>
      </dgm:t>
    </dgm:pt>
    <dgm:pt modelId="{71F17E9B-69E3-4581-B552-55BC6D531DF9}" type="parTrans" cxnId="{4150B6FA-37A8-4A9C-8EBA-9EFC50D51720}">
      <dgm:prSet/>
      <dgm:spPr/>
      <dgm:t>
        <a:bodyPr/>
        <a:lstStyle/>
        <a:p>
          <a:endParaRPr lang="en-US"/>
        </a:p>
      </dgm:t>
    </dgm:pt>
    <dgm:pt modelId="{C552A382-2D08-4375-B13C-9FBFD849929B}" type="sibTrans" cxnId="{4150B6FA-37A8-4A9C-8EBA-9EFC50D51720}">
      <dgm:prSet/>
      <dgm:spPr/>
      <dgm:t>
        <a:bodyPr/>
        <a:lstStyle/>
        <a:p>
          <a:endParaRPr lang="en-US"/>
        </a:p>
      </dgm:t>
    </dgm:pt>
    <dgm:pt modelId="{7F70ED33-8EA8-4C33-9191-8A0B19A30851}">
      <dgm:prSet/>
      <dgm:spPr/>
      <dgm:t>
        <a:bodyPr/>
        <a:lstStyle/>
        <a:p>
          <a:r>
            <a:rPr lang="en-US"/>
            <a:t>- Google Colab / Jupyter Notebook</a:t>
          </a:r>
        </a:p>
      </dgm:t>
    </dgm:pt>
    <dgm:pt modelId="{3540588E-E769-4ED0-B311-C5F5EEDAEFDD}" type="parTrans" cxnId="{CE3954B4-63A2-4FCA-A4D4-FA84CEF97031}">
      <dgm:prSet/>
      <dgm:spPr/>
      <dgm:t>
        <a:bodyPr/>
        <a:lstStyle/>
        <a:p>
          <a:endParaRPr lang="en-US"/>
        </a:p>
      </dgm:t>
    </dgm:pt>
    <dgm:pt modelId="{F2D415B8-9EEA-4F5C-A68D-679E45DF1203}" type="sibTrans" cxnId="{CE3954B4-63A2-4FCA-A4D4-FA84CEF97031}">
      <dgm:prSet/>
      <dgm:spPr/>
      <dgm:t>
        <a:bodyPr/>
        <a:lstStyle/>
        <a:p>
          <a:endParaRPr lang="en-US"/>
        </a:p>
      </dgm:t>
    </dgm:pt>
    <dgm:pt modelId="{E4F2C0E3-0A0D-4D2E-B1AF-219EE9D6A43C}" type="pres">
      <dgm:prSet presAssocID="{4433D5B0-DD8F-4C21-A8C6-92F3E2A0BA59}" presName="root" presStyleCnt="0">
        <dgm:presLayoutVars>
          <dgm:dir/>
          <dgm:resizeHandles val="exact"/>
        </dgm:presLayoutVars>
      </dgm:prSet>
      <dgm:spPr/>
    </dgm:pt>
    <dgm:pt modelId="{6E512000-3EE3-4B29-B76B-3C213A185B7C}" type="pres">
      <dgm:prSet presAssocID="{E9B6A1AF-E038-4EEB-8729-369957F4B1FC}" presName="compNode" presStyleCnt="0"/>
      <dgm:spPr/>
    </dgm:pt>
    <dgm:pt modelId="{1F1C39ED-C8A5-42AD-B929-7C513459048D}" type="pres">
      <dgm:prSet presAssocID="{E9B6A1AF-E038-4EEB-8729-369957F4B1FC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8AFEF35-A27E-4DDF-A1A2-8931C36F8355}" type="pres">
      <dgm:prSet presAssocID="{E9B6A1AF-E038-4EEB-8729-369957F4B1FC}" presName="spaceRect" presStyleCnt="0"/>
      <dgm:spPr/>
    </dgm:pt>
    <dgm:pt modelId="{F7EFAC2B-31EA-4C16-9F4F-DD43A49393A2}" type="pres">
      <dgm:prSet presAssocID="{E9B6A1AF-E038-4EEB-8729-369957F4B1FC}" presName="textRect" presStyleLbl="revTx" presStyleIdx="0" presStyleCnt="8">
        <dgm:presLayoutVars>
          <dgm:chMax val="1"/>
          <dgm:chPref val="1"/>
        </dgm:presLayoutVars>
      </dgm:prSet>
      <dgm:spPr/>
    </dgm:pt>
    <dgm:pt modelId="{F7B76F27-1FDF-4731-83B1-51415B54C500}" type="pres">
      <dgm:prSet presAssocID="{0B3B7650-AA54-4CD4-AA5F-44F6A4CC2165}" presName="sibTrans" presStyleCnt="0"/>
      <dgm:spPr/>
    </dgm:pt>
    <dgm:pt modelId="{675FBE00-C894-4C94-90D9-82F44B666525}" type="pres">
      <dgm:prSet presAssocID="{2EF43005-4E68-47C4-AE5C-505C9C3CBC30}" presName="compNode" presStyleCnt="0"/>
      <dgm:spPr/>
    </dgm:pt>
    <dgm:pt modelId="{36A2E688-55D5-448D-9219-BBD521FE1C6A}" type="pres">
      <dgm:prSet presAssocID="{2EF43005-4E68-47C4-AE5C-505C9C3CBC30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327DDCF-E531-46EB-953F-E819F04D77AF}" type="pres">
      <dgm:prSet presAssocID="{2EF43005-4E68-47C4-AE5C-505C9C3CBC30}" presName="spaceRect" presStyleCnt="0"/>
      <dgm:spPr/>
    </dgm:pt>
    <dgm:pt modelId="{B1EF19E2-2EA1-47A9-B64B-0322F960A2BD}" type="pres">
      <dgm:prSet presAssocID="{2EF43005-4E68-47C4-AE5C-505C9C3CBC30}" presName="textRect" presStyleLbl="revTx" presStyleIdx="1" presStyleCnt="8">
        <dgm:presLayoutVars>
          <dgm:chMax val="1"/>
          <dgm:chPref val="1"/>
        </dgm:presLayoutVars>
      </dgm:prSet>
      <dgm:spPr/>
    </dgm:pt>
    <dgm:pt modelId="{31283FCC-A910-45EB-BCBF-8B96B12FAFA5}" type="pres">
      <dgm:prSet presAssocID="{CF475A1E-591E-4736-904D-88DFDFA8A829}" presName="sibTrans" presStyleCnt="0"/>
      <dgm:spPr/>
    </dgm:pt>
    <dgm:pt modelId="{710A26AA-4B19-4D39-BF50-D362DF492CA0}" type="pres">
      <dgm:prSet presAssocID="{8E233BC2-57B8-417D-BB39-ECD61F539985}" presName="compNode" presStyleCnt="0"/>
      <dgm:spPr/>
    </dgm:pt>
    <dgm:pt modelId="{FCD36950-3771-41E8-8A73-AFCB5C8EB827}" type="pres">
      <dgm:prSet presAssocID="{8E233BC2-57B8-417D-BB39-ECD61F53998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AAA90134-71F3-4D9A-AE76-FF10CAB65470}" type="pres">
      <dgm:prSet presAssocID="{8E233BC2-57B8-417D-BB39-ECD61F539985}" presName="spaceRect" presStyleCnt="0"/>
      <dgm:spPr/>
    </dgm:pt>
    <dgm:pt modelId="{1C83640A-ADF2-49B6-916D-959A05E5DDD2}" type="pres">
      <dgm:prSet presAssocID="{8E233BC2-57B8-417D-BB39-ECD61F539985}" presName="textRect" presStyleLbl="revTx" presStyleIdx="2" presStyleCnt="8">
        <dgm:presLayoutVars>
          <dgm:chMax val="1"/>
          <dgm:chPref val="1"/>
        </dgm:presLayoutVars>
      </dgm:prSet>
      <dgm:spPr/>
    </dgm:pt>
    <dgm:pt modelId="{A1FFA973-DFAE-42FA-8A27-8DB9D8E0F972}" type="pres">
      <dgm:prSet presAssocID="{79600234-663D-475E-830B-18A301188181}" presName="sibTrans" presStyleCnt="0"/>
      <dgm:spPr/>
    </dgm:pt>
    <dgm:pt modelId="{75E3166C-E482-44A8-9FA5-7CE21EDF56EB}" type="pres">
      <dgm:prSet presAssocID="{57B42273-20C0-4CCF-A577-BAEFA2ED05C2}" presName="compNode" presStyleCnt="0"/>
      <dgm:spPr/>
    </dgm:pt>
    <dgm:pt modelId="{F362C0E7-CD0D-4E21-82DC-09F4C441A7F4}" type="pres">
      <dgm:prSet presAssocID="{57B42273-20C0-4CCF-A577-BAEFA2ED05C2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AD64AD61-13B1-47BC-807E-ABF42C8A27D7}" type="pres">
      <dgm:prSet presAssocID="{57B42273-20C0-4CCF-A577-BAEFA2ED05C2}" presName="spaceRect" presStyleCnt="0"/>
      <dgm:spPr/>
    </dgm:pt>
    <dgm:pt modelId="{B7360955-5D3B-44B6-B53D-A263E3CB1F49}" type="pres">
      <dgm:prSet presAssocID="{57B42273-20C0-4CCF-A577-BAEFA2ED05C2}" presName="textRect" presStyleLbl="revTx" presStyleIdx="3" presStyleCnt="8">
        <dgm:presLayoutVars>
          <dgm:chMax val="1"/>
          <dgm:chPref val="1"/>
        </dgm:presLayoutVars>
      </dgm:prSet>
      <dgm:spPr/>
    </dgm:pt>
    <dgm:pt modelId="{E3D8B140-8411-49ED-A3D9-04E0A42ECC02}" type="pres">
      <dgm:prSet presAssocID="{65419379-303A-4205-BEDC-74A1B66191B1}" presName="sibTrans" presStyleCnt="0"/>
      <dgm:spPr/>
    </dgm:pt>
    <dgm:pt modelId="{44AE5DBB-8088-4E62-B2FB-B66233B186E1}" type="pres">
      <dgm:prSet presAssocID="{5EE60C74-B466-42E8-9E8F-88577B36EDD8}" presName="compNode" presStyleCnt="0"/>
      <dgm:spPr/>
    </dgm:pt>
    <dgm:pt modelId="{19EAF739-E64C-4DC3-9A03-0E0B8A39EAD2}" type="pres">
      <dgm:prSet presAssocID="{5EE60C74-B466-42E8-9E8F-88577B36EDD8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EE1CE65-5EC3-47D8-BC6B-448B767AFA59}" type="pres">
      <dgm:prSet presAssocID="{5EE60C74-B466-42E8-9E8F-88577B36EDD8}" presName="spaceRect" presStyleCnt="0"/>
      <dgm:spPr/>
    </dgm:pt>
    <dgm:pt modelId="{2D17D21C-0CEE-49CB-9487-863CF959C83D}" type="pres">
      <dgm:prSet presAssocID="{5EE60C74-B466-42E8-9E8F-88577B36EDD8}" presName="textRect" presStyleLbl="revTx" presStyleIdx="4" presStyleCnt="8">
        <dgm:presLayoutVars>
          <dgm:chMax val="1"/>
          <dgm:chPref val="1"/>
        </dgm:presLayoutVars>
      </dgm:prSet>
      <dgm:spPr/>
    </dgm:pt>
    <dgm:pt modelId="{6803C8E1-BDB1-432D-83B7-01EA06DA9C56}" type="pres">
      <dgm:prSet presAssocID="{94F5214A-9CE0-4813-8E1C-15FF690A76DB}" presName="sibTrans" presStyleCnt="0"/>
      <dgm:spPr/>
    </dgm:pt>
    <dgm:pt modelId="{B7DF6ACD-8601-466B-8F58-EEA534711B46}" type="pres">
      <dgm:prSet presAssocID="{95A52F7F-F1BA-4F2F-B9C2-3F4A8ECDF3C7}" presName="compNode" presStyleCnt="0"/>
      <dgm:spPr/>
    </dgm:pt>
    <dgm:pt modelId="{2490BDDD-7016-4D26-8EF0-E592A3AC42DD}" type="pres">
      <dgm:prSet presAssocID="{95A52F7F-F1BA-4F2F-B9C2-3F4A8ECDF3C7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2FAEB1D-5D3C-49CD-B84C-B66A4A84C094}" type="pres">
      <dgm:prSet presAssocID="{95A52F7F-F1BA-4F2F-B9C2-3F4A8ECDF3C7}" presName="spaceRect" presStyleCnt="0"/>
      <dgm:spPr/>
    </dgm:pt>
    <dgm:pt modelId="{B59B10F6-4B2C-483A-ADD1-0889FCF63F77}" type="pres">
      <dgm:prSet presAssocID="{95A52F7F-F1BA-4F2F-B9C2-3F4A8ECDF3C7}" presName="textRect" presStyleLbl="revTx" presStyleIdx="5" presStyleCnt="8">
        <dgm:presLayoutVars>
          <dgm:chMax val="1"/>
          <dgm:chPref val="1"/>
        </dgm:presLayoutVars>
      </dgm:prSet>
      <dgm:spPr/>
    </dgm:pt>
    <dgm:pt modelId="{475DD797-A9BA-4200-88D7-53E48A71B30A}" type="pres">
      <dgm:prSet presAssocID="{14F652E1-A9B3-4238-B0E3-C6F00C464979}" presName="sibTrans" presStyleCnt="0"/>
      <dgm:spPr/>
    </dgm:pt>
    <dgm:pt modelId="{31CFADAD-9E49-4448-B6CA-C932EF0C0685}" type="pres">
      <dgm:prSet presAssocID="{B523D3F6-CFA8-426C-BB10-3B1B145D1F80}" presName="compNode" presStyleCnt="0"/>
      <dgm:spPr/>
    </dgm:pt>
    <dgm:pt modelId="{58A3DF66-77FF-4CE2-A1D6-3AD3037E3863}" type="pres">
      <dgm:prSet presAssocID="{B523D3F6-CFA8-426C-BB10-3B1B145D1F80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BE0A9020-E851-4353-87E2-289B00987A84}" type="pres">
      <dgm:prSet presAssocID="{B523D3F6-CFA8-426C-BB10-3B1B145D1F80}" presName="spaceRect" presStyleCnt="0"/>
      <dgm:spPr/>
    </dgm:pt>
    <dgm:pt modelId="{7F78A3F8-64E1-46E4-B469-AA5D11A02988}" type="pres">
      <dgm:prSet presAssocID="{B523D3F6-CFA8-426C-BB10-3B1B145D1F80}" presName="textRect" presStyleLbl="revTx" presStyleIdx="6" presStyleCnt="8">
        <dgm:presLayoutVars>
          <dgm:chMax val="1"/>
          <dgm:chPref val="1"/>
        </dgm:presLayoutVars>
      </dgm:prSet>
      <dgm:spPr/>
    </dgm:pt>
    <dgm:pt modelId="{0204EAB1-3508-41A4-84CC-D8FA5DEBC59C}" type="pres">
      <dgm:prSet presAssocID="{C552A382-2D08-4375-B13C-9FBFD849929B}" presName="sibTrans" presStyleCnt="0"/>
      <dgm:spPr/>
    </dgm:pt>
    <dgm:pt modelId="{7E22F3A5-7C47-4533-ADAE-6F880B7F4572}" type="pres">
      <dgm:prSet presAssocID="{7F70ED33-8EA8-4C33-9191-8A0B19A30851}" presName="compNode" presStyleCnt="0"/>
      <dgm:spPr/>
    </dgm:pt>
    <dgm:pt modelId="{6BEFB3CA-5E0D-4E6D-A3DC-F1FA55AAB2D5}" type="pres">
      <dgm:prSet presAssocID="{7F70ED33-8EA8-4C33-9191-8A0B19A30851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869C651C-9833-44A6-9C52-F6C3333796AD}" type="pres">
      <dgm:prSet presAssocID="{7F70ED33-8EA8-4C33-9191-8A0B19A30851}" presName="spaceRect" presStyleCnt="0"/>
      <dgm:spPr/>
    </dgm:pt>
    <dgm:pt modelId="{8A29FE6B-5184-4EE9-BE4A-CE498E293F87}" type="pres">
      <dgm:prSet presAssocID="{7F70ED33-8EA8-4C33-9191-8A0B19A30851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3B37803-024C-412A-8F00-F68C8751BF9A}" type="presOf" srcId="{7F70ED33-8EA8-4C33-9191-8A0B19A30851}" destId="{8A29FE6B-5184-4EE9-BE4A-CE498E293F87}" srcOrd="0" destOrd="0" presId="urn:microsoft.com/office/officeart/2018/2/layout/IconLabelList"/>
    <dgm:cxn modelId="{2D667809-8BF1-4F06-9200-621F153E2FAC}" srcId="{4433D5B0-DD8F-4C21-A8C6-92F3E2A0BA59}" destId="{95A52F7F-F1BA-4F2F-B9C2-3F4A8ECDF3C7}" srcOrd="5" destOrd="0" parTransId="{7C989073-687E-470C-890C-B5A98A4FD387}" sibTransId="{14F652E1-A9B3-4238-B0E3-C6F00C464979}"/>
    <dgm:cxn modelId="{183CAE2E-1168-4B9D-A6B0-AF93705C11B9}" srcId="{4433D5B0-DD8F-4C21-A8C6-92F3E2A0BA59}" destId="{2EF43005-4E68-47C4-AE5C-505C9C3CBC30}" srcOrd="1" destOrd="0" parTransId="{E6D2292B-8BB4-4A98-8AB6-09029F48C4D7}" sibTransId="{CF475A1E-591E-4736-904D-88DFDFA8A829}"/>
    <dgm:cxn modelId="{689A0B33-2C55-40E0-946D-4961846F3AD4}" srcId="{4433D5B0-DD8F-4C21-A8C6-92F3E2A0BA59}" destId="{8E233BC2-57B8-417D-BB39-ECD61F539985}" srcOrd="2" destOrd="0" parTransId="{D310CFB5-CF9B-4C9F-AADF-32FFB7DA0210}" sibTransId="{79600234-663D-475E-830B-18A301188181}"/>
    <dgm:cxn modelId="{AC23333C-36B5-402B-A825-ED2F05BCA4B9}" type="presOf" srcId="{B523D3F6-CFA8-426C-BB10-3B1B145D1F80}" destId="{7F78A3F8-64E1-46E4-B469-AA5D11A02988}" srcOrd="0" destOrd="0" presId="urn:microsoft.com/office/officeart/2018/2/layout/IconLabelList"/>
    <dgm:cxn modelId="{3F999A65-47EF-4D73-8169-2D98C59E50C0}" type="presOf" srcId="{5EE60C74-B466-42E8-9E8F-88577B36EDD8}" destId="{2D17D21C-0CEE-49CB-9487-863CF959C83D}" srcOrd="0" destOrd="0" presId="urn:microsoft.com/office/officeart/2018/2/layout/IconLabelList"/>
    <dgm:cxn modelId="{B51E4D51-5F39-43CC-94A0-7BA7BAACBA20}" type="presOf" srcId="{4433D5B0-DD8F-4C21-A8C6-92F3E2A0BA59}" destId="{E4F2C0E3-0A0D-4D2E-B1AF-219EE9D6A43C}" srcOrd="0" destOrd="0" presId="urn:microsoft.com/office/officeart/2018/2/layout/IconLabelList"/>
    <dgm:cxn modelId="{9B676E72-BB88-4FA3-884E-3DE2D6CFC931}" type="presOf" srcId="{57B42273-20C0-4CCF-A577-BAEFA2ED05C2}" destId="{B7360955-5D3B-44B6-B53D-A263E3CB1F49}" srcOrd="0" destOrd="0" presId="urn:microsoft.com/office/officeart/2018/2/layout/IconLabelList"/>
    <dgm:cxn modelId="{3B7F9C7B-CBDF-49FA-9092-0025CA21E45B}" type="presOf" srcId="{2EF43005-4E68-47C4-AE5C-505C9C3CBC30}" destId="{B1EF19E2-2EA1-47A9-B64B-0322F960A2BD}" srcOrd="0" destOrd="0" presId="urn:microsoft.com/office/officeart/2018/2/layout/IconLabelList"/>
    <dgm:cxn modelId="{C3F4D18D-C621-44C4-B640-27F0D3CDB966}" type="presOf" srcId="{95A52F7F-F1BA-4F2F-B9C2-3F4A8ECDF3C7}" destId="{B59B10F6-4B2C-483A-ADD1-0889FCF63F77}" srcOrd="0" destOrd="0" presId="urn:microsoft.com/office/officeart/2018/2/layout/IconLabelList"/>
    <dgm:cxn modelId="{CE3954B4-63A2-4FCA-A4D4-FA84CEF97031}" srcId="{4433D5B0-DD8F-4C21-A8C6-92F3E2A0BA59}" destId="{7F70ED33-8EA8-4C33-9191-8A0B19A30851}" srcOrd="7" destOrd="0" parTransId="{3540588E-E769-4ED0-B311-C5F5EEDAEFDD}" sibTransId="{F2D415B8-9EEA-4F5C-A68D-679E45DF1203}"/>
    <dgm:cxn modelId="{7E3E05B5-20B8-43A6-8D1A-79BBCAA02B5F}" srcId="{4433D5B0-DD8F-4C21-A8C6-92F3E2A0BA59}" destId="{57B42273-20C0-4CCF-A577-BAEFA2ED05C2}" srcOrd="3" destOrd="0" parTransId="{14F1790C-C4B3-40A7-A1FF-F6922EFC5D11}" sibTransId="{65419379-303A-4205-BEDC-74A1B66191B1}"/>
    <dgm:cxn modelId="{8A356AC7-8E00-4DDF-85F0-84C183886F8D}" type="presOf" srcId="{8E233BC2-57B8-417D-BB39-ECD61F539985}" destId="{1C83640A-ADF2-49B6-916D-959A05E5DDD2}" srcOrd="0" destOrd="0" presId="urn:microsoft.com/office/officeart/2018/2/layout/IconLabelList"/>
    <dgm:cxn modelId="{2FEFE1D5-9323-4941-A5C5-248B00A5222E}" type="presOf" srcId="{E9B6A1AF-E038-4EEB-8729-369957F4B1FC}" destId="{F7EFAC2B-31EA-4C16-9F4F-DD43A49393A2}" srcOrd="0" destOrd="0" presId="urn:microsoft.com/office/officeart/2018/2/layout/IconLabelList"/>
    <dgm:cxn modelId="{DFA755E6-282F-4340-A042-8B086637188C}" srcId="{4433D5B0-DD8F-4C21-A8C6-92F3E2A0BA59}" destId="{E9B6A1AF-E038-4EEB-8729-369957F4B1FC}" srcOrd="0" destOrd="0" parTransId="{F3B0880E-05F9-4156-93EF-AB45B74AA050}" sibTransId="{0B3B7650-AA54-4CD4-AA5F-44F6A4CC2165}"/>
    <dgm:cxn modelId="{59CB2EE7-D55E-4895-B2EA-03F16021C451}" srcId="{4433D5B0-DD8F-4C21-A8C6-92F3E2A0BA59}" destId="{5EE60C74-B466-42E8-9E8F-88577B36EDD8}" srcOrd="4" destOrd="0" parTransId="{A0D434C1-8C55-4126-A101-C0553865B155}" sibTransId="{94F5214A-9CE0-4813-8E1C-15FF690A76DB}"/>
    <dgm:cxn modelId="{4150B6FA-37A8-4A9C-8EBA-9EFC50D51720}" srcId="{4433D5B0-DD8F-4C21-A8C6-92F3E2A0BA59}" destId="{B523D3F6-CFA8-426C-BB10-3B1B145D1F80}" srcOrd="6" destOrd="0" parTransId="{71F17E9B-69E3-4581-B552-55BC6D531DF9}" sibTransId="{C552A382-2D08-4375-B13C-9FBFD849929B}"/>
    <dgm:cxn modelId="{FF3B1793-23B5-4974-9F2A-926961B1DEF4}" type="presParOf" srcId="{E4F2C0E3-0A0D-4D2E-B1AF-219EE9D6A43C}" destId="{6E512000-3EE3-4B29-B76B-3C213A185B7C}" srcOrd="0" destOrd="0" presId="urn:microsoft.com/office/officeart/2018/2/layout/IconLabelList"/>
    <dgm:cxn modelId="{AAA4917A-C9EF-478F-80A3-D87421227A34}" type="presParOf" srcId="{6E512000-3EE3-4B29-B76B-3C213A185B7C}" destId="{1F1C39ED-C8A5-42AD-B929-7C513459048D}" srcOrd="0" destOrd="0" presId="urn:microsoft.com/office/officeart/2018/2/layout/IconLabelList"/>
    <dgm:cxn modelId="{9F40ECF3-225E-4993-932D-230B55A88C56}" type="presParOf" srcId="{6E512000-3EE3-4B29-B76B-3C213A185B7C}" destId="{38AFEF35-A27E-4DDF-A1A2-8931C36F8355}" srcOrd="1" destOrd="0" presId="urn:microsoft.com/office/officeart/2018/2/layout/IconLabelList"/>
    <dgm:cxn modelId="{7D5A19F1-26F1-4EB8-BD8F-73FD077791D7}" type="presParOf" srcId="{6E512000-3EE3-4B29-B76B-3C213A185B7C}" destId="{F7EFAC2B-31EA-4C16-9F4F-DD43A49393A2}" srcOrd="2" destOrd="0" presId="urn:microsoft.com/office/officeart/2018/2/layout/IconLabelList"/>
    <dgm:cxn modelId="{6BD6BE01-06C2-41EB-9A14-98D272E6E348}" type="presParOf" srcId="{E4F2C0E3-0A0D-4D2E-B1AF-219EE9D6A43C}" destId="{F7B76F27-1FDF-4731-83B1-51415B54C500}" srcOrd="1" destOrd="0" presId="urn:microsoft.com/office/officeart/2018/2/layout/IconLabelList"/>
    <dgm:cxn modelId="{9177CA98-842E-4121-9962-7726ADA0056B}" type="presParOf" srcId="{E4F2C0E3-0A0D-4D2E-B1AF-219EE9D6A43C}" destId="{675FBE00-C894-4C94-90D9-82F44B666525}" srcOrd="2" destOrd="0" presId="urn:microsoft.com/office/officeart/2018/2/layout/IconLabelList"/>
    <dgm:cxn modelId="{5F515A94-A61A-44D1-9311-F396D83E8A3A}" type="presParOf" srcId="{675FBE00-C894-4C94-90D9-82F44B666525}" destId="{36A2E688-55D5-448D-9219-BBD521FE1C6A}" srcOrd="0" destOrd="0" presId="urn:microsoft.com/office/officeart/2018/2/layout/IconLabelList"/>
    <dgm:cxn modelId="{42361D6F-2BE8-4E66-BE2F-6D2A13F5718A}" type="presParOf" srcId="{675FBE00-C894-4C94-90D9-82F44B666525}" destId="{9327DDCF-E531-46EB-953F-E819F04D77AF}" srcOrd="1" destOrd="0" presId="urn:microsoft.com/office/officeart/2018/2/layout/IconLabelList"/>
    <dgm:cxn modelId="{C4BE84B2-2403-4380-9714-10077D97783B}" type="presParOf" srcId="{675FBE00-C894-4C94-90D9-82F44B666525}" destId="{B1EF19E2-2EA1-47A9-B64B-0322F960A2BD}" srcOrd="2" destOrd="0" presId="urn:microsoft.com/office/officeart/2018/2/layout/IconLabelList"/>
    <dgm:cxn modelId="{2D5A0C53-B264-498B-99E4-35BCB97ECB4B}" type="presParOf" srcId="{E4F2C0E3-0A0D-4D2E-B1AF-219EE9D6A43C}" destId="{31283FCC-A910-45EB-BCBF-8B96B12FAFA5}" srcOrd="3" destOrd="0" presId="urn:microsoft.com/office/officeart/2018/2/layout/IconLabelList"/>
    <dgm:cxn modelId="{F0BCE54D-BB2F-489F-9753-C0F451425B10}" type="presParOf" srcId="{E4F2C0E3-0A0D-4D2E-B1AF-219EE9D6A43C}" destId="{710A26AA-4B19-4D39-BF50-D362DF492CA0}" srcOrd="4" destOrd="0" presId="urn:microsoft.com/office/officeart/2018/2/layout/IconLabelList"/>
    <dgm:cxn modelId="{44A77AF3-7528-48CC-B012-579F303C654D}" type="presParOf" srcId="{710A26AA-4B19-4D39-BF50-D362DF492CA0}" destId="{FCD36950-3771-41E8-8A73-AFCB5C8EB827}" srcOrd="0" destOrd="0" presId="urn:microsoft.com/office/officeart/2018/2/layout/IconLabelList"/>
    <dgm:cxn modelId="{DC58CC23-D4B1-4E79-B70F-6C9F5B7E0B17}" type="presParOf" srcId="{710A26AA-4B19-4D39-BF50-D362DF492CA0}" destId="{AAA90134-71F3-4D9A-AE76-FF10CAB65470}" srcOrd="1" destOrd="0" presId="urn:microsoft.com/office/officeart/2018/2/layout/IconLabelList"/>
    <dgm:cxn modelId="{A622D0C0-5DB4-4E2F-A3E2-43A3780FA289}" type="presParOf" srcId="{710A26AA-4B19-4D39-BF50-D362DF492CA0}" destId="{1C83640A-ADF2-49B6-916D-959A05E5DDD2}" srcOrd="2" destOrd="0" presId="urn:microsoft.com/office/officeart/2018/2/layout/IconLabelList"/>
    <dgm:cxn modelId="{310D4A1B-105C-4843-8759-4AD77889FB62}" type="presParOf" srcId="{E4F2C0E3-0A0D-4D2E-B1AF-219EE9D6A43C}" destId="{A1FFA973-DFAE-42FA-8A27-8DB9D8E0F972}" srcOrd="5" destOrd="0" presId="urn:microsoft.com/office/officeart/2018/2/layout/IconLabelList"/>
    <dgm:cxn modelId="{EB7B7E99-E2FC-4D1F-BCCA-81933B0C1A04}" type="presParOf" srcId="{E4F2C0E3-0A0D-4D2E-B1AF-219EE9D6A43C}" destId="{75E3166C-E482-44A8-9FA5-7CE21EDF56EB}" srcOrd="6" destOrd="0" presId="urn:microsoft.com/office/officeart/2018/2/layout/IconLabelList"/>
    <dgm:cxn modelId="{9A057494-4108-4CA7-8370-A7BBF4730650}" type="presParOf" srcId="{75E3166C-E482-44A8-9FA5-7CE21EDF56EB}" destId="{F362C0E7-CD0D-4E21-82DC-09F4C441A7F4}" srcOrd="0" destOrd="0" presId="urn:microsoft.com/office/officeart/2018/2/layout/IconLabelList"/>
    <dgm:cxn modelId="{A3B92C0F-FF20-46B9-A10F-A26A1C495C02}" type="presParOf" srcId="{75E3166C-E482-44A8-9FA5-7CE21EDF56EB}" destId="{AD64AD61-13B1-47BC-807E-ABF42C8A27D7}" srcOrd="1" destOrd="0" presId="urn:microsoft.com/office/officeart/2018/2/layout/IconLabelList"/>
    <dgm:cxn modelId="{563AE9F9-4249-42E5-8E0E-2CBC8DDEFBB6}" type="presParOf" srcId="{75E3166C-E482-44A8-9FA5-7CE21EDF56EB}" destId="{B7360955-5D3B-44B6-B53D-A263E3CB1F49}" srcOrd="2" destOrd="0" presId="urn:microsoft.com/office/officeart/2018/2/layout/IconLabelList"/>
    <dgm:cxn modelId="{F1C96669-819B-4201-942D-F490E2E9FC28}" type="presParOf" srcId="{E4F2C0E3-0A0D-4D2E-B1AF-219EE9D6A43C}" destId="{E3D8B140-8411-49ED-A3D9-04E0A42ECC02}" srcOrd="7" destOrd="0" presId="urn:microsoft.com/office/officeart/2018/2/layout/IconLabelList"/>
    <dgm:cxn modelId="{3277B8D3-ED47-44C6-8579-64B504B68160}" type="presParOf" srcId="{E4F2C0E3-0A0D-4D2E-B1AF-219EE9D6A43C}" destId="{44AE5DBB-8088-4E62-B2FB-B66233B186E1}" srcOrd="8" destOrd="0" presId="urn:microsoft.com/office/officeart/2018/2/layout/IconLabelList"/>
    <dgm:cxn modelId="{2FEB76FD-811F-403D-ADB4-DCB22CB2E711}" type="presParOf" srcId="{44AE5DBB-8088-4E62-B2FB-B66233B186E1}" destId="{19EAF739-E64C-4DC3-9A03-0E0B8A39EAD2}" srcOrd="0" destOrd="0" presId="urn:microsoft.com/office/officeart/2018/2/layout/IconLabelList"/>
    <dgm:cxn modelId="{7968ACE6-736C-45A3-AFD8-C6A4693BCA4E}" type="presParOf" srcId="{44AE5DBB-8088-4E62-B2FB-B66233B186E1}" destId="{6EE1CE65-5EC3-47D8-BC6B-448B767AFA59}" srcOrd="1" destOrd="0" presId="urn:microsoft.com/office/officeart/2018/2/layout/IconLabelList"/>
    <dgm:cxn modelId="{BE2AAFAA-0F45-4291-AC28-6D8E4158E6DA}" type="presParOf" srcId="{44AE5DBB-8088-4E62-B2FB-B66233B186E1}" destId="{2D17D21C-0CEE-49CB-9487-863CF959C83D}" srcOrd="2" destOrd="0" presId="urn:microsoft.com/office/officeart/2018/2/layout/IconLabelList"/>
    <dgm:cxn modelId="{4EE83520-51E2-4C74-BD60-107EF29A8290}" type="presParOf" srcId="{E4F2C0E3-0A0D-4D2E-B1AF-219EE9D6A43C}" destId="{6803C8E1-BDB1-432D-83B7-01EA06DA9C56}" srcOrd="9" destOrd="0" presId="urn:microsoft.com/office/officeart/2018/2/layout/IconLabelList"/>
    <dgm:cxn modelId="{C5E044CE-A185-43EB-94FE-3684507474BB}" type="presParOf" srcId="{E4F2C0E3-0A0D-4D2E-B1AF-219EE9D6A43C}" destId="{B7DF6ACD-8601-466B-8F58-EEA534711B46}" srcOrd="10" destOrd="0" presId="urn:microsoft.com/office/officeart/2018/2/layout/IconLabelList"/>
    <dgm:cxn modelId="{DDBAE9E1-B29A-42AA-9A64-778EA505DDD4}" type="presParOf" srcId="{B7DF6ACD-8601-466B-8F58-EEA534711B46}" destId="{2490BDDD-7016-4D26-8EF0-E592A3AC42DD}" srcOrd="0" destOrd="0" presId="urn:microsoft.com/office/officeart/2018/2/layout/IconLabelList"/>
    <dgm:cxn modelId="{64CB09F9-C6D8-4D92-88AC-66FE39F56D07}" type="presParOf" srcId="{B7DF6ACD-8601-466B-8F58-EEA534711B46}" destId="{72FAEB1D-5D3C-49CD-B84C-B66A4A84C094}" srcOrd="1" destOrd="0" presId="urn:microsoft.com/office/officeart/2018/2/layout/IconLabelList"/>
    <dgm:cxn modelId="{97129507-28BD-42D9-B936-D12BE3F408E1}" type="presParOf" srcId="{B7DF6ACD-8601-466B-8F58-EEA534711B46}" destId="{B59B10F6-4B2C-483A-ADD1-0889FCF63F77}" srcOrd="2" destOrd="0" presId="urn:microsoft.com/office/officeart/2018/2/layout/IconLabelList"/>
    <dgm:cxn modelId="{B7EF3BB5-E2A0-49BD-ACC9-B8027FA0C72D}" type="presParOf" srcId="{E4F2C0E3-0A0D-4D2E-B1AF-219EE9D6A43C}" destId="{475DD797-A9BA-4200-88D7-53E48A71B30A}" srcOrd="11" destOrd="0" presId="urn:microsoft.com/office/officeart/2018/2/layout/IconLabelList"/>
    <dgm:cxn modelId="{BA261FC1-AAB2-4B55-B43B-6898A987AC27}" type="presParOf" srcId="{E4F2C0E3-0A0D-4D2E-B1AF-219EE9D6A43C}" destId="{31CFADAD-9E49-4448-B6CA-C932EF0C0685}" srcOrd="12" destOrd="0" presId="urn:microsoft.com/office/officeart/2018/2/layout/IconLabelList"/>
    <dgm:cxn modelId="{079A4FC2-8AC8-45BB-B990-4ABF9A6415FA}" type="presParOf" srcId="{31CFADAD-9E49-4448-B6CA-C932EF0C0685}" destId="{58A3DF66-77FF-4CE2-A1D6-3AD3037E3863}" srcOrd="0" destOrd="0" presId="urn:microsoft.com/office/officeart/2018/2/layout/IconLabelList"/>
    <dgm:cxn modelId="{33C1CC0E-12DC-4911-96D7-A03D92043DD2}" type="presParOf" srcId="{31CFADAD-9E49-4448-B6CA-C932EF0C0685}" destId="{BE0A9020-E851-4353-87E2-289B00987A84}" srcOrd="1" destOrd="0" presId="urn:microsoft.com/office/officeart/2018/2/layout/IconLabelList"/>
    <dgm:cxn modelId="{B3370C82-6B5C-459B-9CC6-C75F367FF50B}" type="presParOf" srcId="{31CFADAD-9E49-4448-B6CA-C932EF0C0685}" destId="{7F78A3F8-64E1-46E4-B469-AA5D11A02988}" srcOrd="2" destOrd="0" presId="urn:microsoft.com/office/officeart/2018/2/layout/IconLabelList"/>
    <dgm:cxn modelId="{C9B6AF08-10A8-4E13-A83C-58DE462D2384}" type="presParOf" srcId="{E4F2C0E3-0A0D-4D2E-B1AF-219EE9D6A43C}" destId="{0204EAB1-3508-41A4-84CC-D8FA5DEBC59C}" srcOrd="13" destOrd="0" presId="urn:microsoft.com/office/officeart/2018/2/layout/IconLabelList"/>
    <dgm:cxn modelId="{97F72B8B-FA03-4701-A831-9319F2D91D44}" type="presParOf" srcId="{E4F2C0E3-0A0D-4D2E-B1AF-219EE9D6A43C}" destId="{7E22F3A5-7C47-4533-ADAE-6F880B7F4572}" srcOrd="14" destOrd="0" presId="urn:microsoft.com/office/officeart/2018/2/layout/IconLabelList"/>
    <dgm:cxn modelId="{EDA23C26-943C-4867-8644-C976A7C3B469}" type="presParOf" srcId="{7E22F3A5-7C47-4533-ADAE-6F880B7F4572}" destId="{6BEFB3CA-5E0D-4E6D-A3DC-F1FA55AAB2D5}" srcOrd="0" destOrd="0" presId="urn:microsoft.com/office/officeart/2018/2/layout/IconLabelList"/>
    <dgm:cxn modelId="{1A73CED9-1A42-4994-B190-5236CE53839E}" type="presParOf" srcId="{7E22F3A5-7C47-4533-ADAE-6F880B7F4572}" destId="{869C651C-9833-44A6-9C52-F6C3333796AD}" srcOrd="1" destOrd="0" presId="urn:microsoft.com/office/officeart/2018/2/layout/IconLabelList"/>
    <dgm:cxn modelId="{6B4CAC6F-D543-4D58-A8C6-80EBABF1D490}" type="presParOf" srcId="{7E22F3A5-7C47-4533-ADAE-6F880B7F4572}" destId="{8A29FE6B-5184-4EE9-BE4A-CE498E293F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0CE18B-409E-4AEE-8A7A-DCB4448E1FD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4EE294B-70C3-4821-BC8E-CBAE87F00942}">
      <dgm:prSet/>
      <dgm:spPr/>
      <dgm:t>
        <a:bodyPr/>
        <a:lstStyle/>
        <a:p>
          <a:r>
            <a:rPr lang="en-US"/>
            <a:t>✅ Summary:</a:t>
          </a:r>
        </a:p>
      </dgm:t>
    </dgm:pt>
    <dgm:pt modelId="{B3601BF4-7596-4BB2-8E36-5A108A84F095}" type="parTrans" cxnId="{177E55E2-71AB-4BF7-B618-614AEED05D70}">
      <dgm:prSet/>
      <dgm:spPr/>
      <dgm:t>
        <a:bodyPr/>
        <a:lstStyle/>
        <a:p>
          <a:endParaRPr lang="en-US"/>
        </a:p>
      </dgm:t>
    </dgm:pt>
    <dgm:pt modelId="{EE646B6A-7605-4E42-BC1E-3E5444A18A8C}" type="sibTrans" cxnId="{177E55E2-71AB-4BF7-B618-614AEED05D70}">
      <dgm:prSet/>
      <dgm:spPr/>
      <dgm:t>
        <a:bodyPr/>
        <a:lstStyle/>
        <a:p>
          <a:endParaRPr lang="en-US"/>
        </a:p>
      </dgm:t>
    </dgm:pt>
    <dgm:pt modelId="{8086F13B-8B1E-40EB-B86C-098F1C3572C8}">
      <dgm:prSet/>
      <dgm:spPr/>
      <dgm:t>
        <a:bodyPr/>
        <a:lstStyle/>
        <a:p>
          <a:r>
            <a:rPr lang="en-US"/>
            <a:t>- The project demonstrated how NLP can extract emotions from customer reviews.</a:t>
          </a:r>
        </a:p>
      </dgm:t>
    </dgm:pt>
    <dgm:pt modelId="{4897E24E-9C9B-4520-967D-1CBC2E0ADF3C}" type="parTrans" cxnId="{B7CC5CD2-1DD3-456E-89FB-3C2D5B6AB321}">
      <dgm:prSet/>
      <dgm:spPr/>
      <dgm:t>
        <a:bodyPr/>
        <a:lstStyle/>
        <a:p>
          <a:endParaRPr lang="en-US"/>
        </a:p>
      </dgm:t>
    </dgm:pt>
    <dgm:pt modelId="{63D3AA2E-6D43-4101-B43D-B41AA1DCC59B}" type="sibTrans" cxnId="{B7CC5CD2-1DD3-456E-89FB-3C2D5B6AB321}">
      <dgm:prSet/>
      <dgm:spPr/>
      <dgm:t>
        <a:bodyPr/>
        <a:lstStyle/>
        <a:p>
          <a:endParaRPr lang="en-US"/>
        </a:p>
      </dgm:t>
    </dgm:pt>
    <dgm:pt modelId="{ECBAE125-4110-4117-B41B-32A791282554}">
      <dgm:prSet/>
      <dgm:spPr/>
      <dgm:t>
        <a:bodyPr/>
        <a:lstStyle/>
        <a:p>
          <a:r>
            <a:rPr lang="en-US"/>
            <a:t>- It helps organizations understand their customers and make data-driven decisions.</a:t>
          </a:r>
        </a:p>
      </dgm:t>
    </dgm:pt>
    <dgm:pt modelId="{0970CF77-8D96-4299-8B59-1DA95451C00C}" type="parTrans" cxnId="{75FFD18D-886E-4FA8-B81E-26DF380B2E07}">
      <dgm:prSet/>
      <dgm:spPr/>
      <dgm:t>
        <a:bodyPr/>
        <a:lstStyle/>
        <a:p>
          <a:endParaRPr lang="en-US"/>
        </a:p>
      </dgm:t>
    </dgm:pt>
    <dgm:pt modelId="{F8905387-8122-4047-AC2F-8A32B6082FE9}" type="sibTrans" cxnId="{75FFD18D-886E-4FA8-B81E-26DF380B2E07}">
      <dgm:prSet/>
      <dgm:spPr/>
      <dgm:t>
        <a:bodyPr/>
        <a:lstStyle/>
        <a:p>
          <a:endParaRPr lang="en-US"/>
        </a:p>
      </dgm:t>
    </dgm:pt>
    <dgm:pt modelId="{1AE6681C-4638-4E75-87AD-627C4CEBE2CC}">
      <dgm:prSet/>
      <dgm:spPr/>
      <dgm:t>
        <a:bodyPr/>
        <a:lstStyle/>
        <a:p>
          <a:r>
            <a:rPr lang="en-US"/>
            <a:t>✅ Outcome:</a:t>
          </a:r>
        </a:p>
      </dgm:t>
    </dgm:pt>
    <dgm:pt modelId="{37AA4248-2153-4553-B622-685BA9B0DA8A}" type="parTrans" cxnId="{AB2D76B4-74E8-4211-9EAA-C49FEEF295A2}">
      <dgm:prSet/>
      <dgm:spPr/>
      <dgm:t>
        <a:bodyPr/>
        <a:lstStyle/>
        <a:p>
          <a:endParaRPr lang="en-US"/>
        </a:p>
      </dgm:t>
    </dgm:pt>
    <dgm:pt modelId="{C15C9BB7-21A5-45D6-9478-5171213185FE}" type="sibTrans" cxnId="{AB2D76B4-74E8-4211-9EAA-C49FEEF295A2}">
      <dgm:prSet/>
      <dgm:spPr/>
      <dgm:t>
        <a:bodyPr/>
        <a:lstStyle/>
        <a:p>
          <a:endParaRPr lang="en-US"/>
        </a:p>
      </dgm:t>
    </dgm:pt>
    <dgm:pt modelId="{75393909-B5A5-4B98-A57A-B6B2BFDD2A01}">
      <dgm:prSet/>
      <dgm:spPr/>
      <dgm:t>
        <a:bodyPr/>
        <a:lstStyle/>
        <a:p>
          <a:r>
            <a:rPr lang="en-US"/>
            <a:t>- Clear sentiment classification.</a:t>
          </a:r>
        </a:p>
      </dgm:t>
    </dgm:pt>
    <dgm:pt modelId="{58411A32-EBA1-4B9A-8552-97485F72F072}" type="parTrans" cxnId="{F340B2B2-F54D-4B54-9E80-15A65036BB1A}">
      <dgm:prSet/>
      <dgm:spPr/>
      <dgm:t>
        <a:bodyPr/>
        <a:lstStyle/>
        <a:p>
          <a:endParaRPr lang="en-US"/>
        </a:p>
      </dgm:t>
    </dgm:pt>
    <dgm:pt modelId="{AE5093C3-29AD-4560-9ECA-72F6D5441329}" type="sibTrans" cxnId="{F340B2B2-F54D-4B54-9E80-15A65036BB1A}">
      <dgm:prSet/>
      <dgm:spPr/>
      <dgm:t>
        <a:bodyPr/>
        <a:lstStyle/>
        <a:p>
          <a:endParaRPr lang="en-US"/>
        </a:p>
      </dgm:t>
    </dgm:pt>
    <dgm:pt modelId="{F82AD5BC-1D60-476D-8F46-82A6FAB2E9F5}">
      <dgm:prSet/>
      <dgm:spPr/>
      <dgm:t>
        <a:bodyPr/>
        <a:lstStyle/>
        <a:p>
          <a:r>
            <a:rPr lang="en-US"/>
            <a:t>- Actionable insights for product and service improvement.</a:t>
          </a:r>
        </a:p>
      </dgm:t>
    </dgm:pt>
    <dgm:pt modelId="{80E0F28F-9C17-49DB-B0AC-06964D60CE67}" type="parTrans" cxnId="{E36C3161-C0D8-490E-8779-57ED05A854EC}">
      <dgm:prSet/>
      <dgm:spPr/>
      <dgm:t>
        <a:bodyPr/>
        <a:lstStyle/>
        <a:p>
          <a:endParaRPr lang="en-US"/>
        </a:p>
      </dgm:t>
    </dgm:pt>
    <dgm:pt modelId="{D087F6CE-0F2A-4F31-820D-B8DBD7BE30B6}" type="sibTrans" cxnId="{E36C3161-C0D8-490E-8779-57ED05A854EC}">
      <dgm:prSet/>
      <dgm:spPr/>
      <dgm:t>
        <a:bodyPr/>
        <a:lstStyle/>
        <a:p>
          <a:endParaRPr lang="en-US"/>
        </a:p>
      </dgm:t>
    </dgm:pt>
    <dgm:pt modelId="{D74C0257-00F6-4189-B0B7-0B335C292D52}" type="pres">
      <dgm:prSet presAssocID="{F70CE18B-409E-4AEE-8A7A-DCB4448E1FD0}" presName="root" presStyleCnt="0">
        <dgm:presLayoutVars>
          <dgm:dir/>
          <dgm:resizeHandles val="exact"/>
        </dgm:presLayoutVars>
      </dgm:prSet>
      <dgm:spPr/>
    </dgm:pt>
    <dgm:pt modelId="{7B02ACF7-507F-4786-8402-C859260F59EA}" type="pres">
      <dgm:prSet presAssocID="{A4EE294B-70C3-4821-BC8E-CBAE87F00942}" presName="compNode" presStyleCnt="0"/>
      <dgm:spPr/>
    </dgm:pt>
    <dgm:pt modelId="{950B9331-E8AC-410C-9213-574DE3B3A47E}" type="pres">
      <dgm:prSet presAssocID="{A4EE294B-70C3-4821-BC8E-CBAE87F0094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works"/>
        </a:ext>
      </dgm:extLst>
    </dgm:pt>
    <dgm:pt modelId="{9939BC4B-36E7-4CD6-BF3C-0D91D8E81954}" type="pres">
      <dgm:prSet presAssocID="{A4EE294B-70C3-4821-BC8E-CBAE87F00942}" presName="spaceRect" presStyleCnt="0"/>
      <dgm:spPr/>
    </dgm:pt>
    <dgm:pt modelId="{4A34F7CB-FAE6-43A7-9E1A-B5BB01D738BD}" type="pres">
      <dgm:prSet presAssocID="{A4EE294B-70C3-4821-BC8E-CBAE87F00942}" presName="textRect" presStyleLbl="revTx" presStyleIdx="0" presStyleCnt="6">
        <dgm:presLayoutVars>
          <dgm:chMax val="1"/>
          <dgm:chPref val="1"/>
        </dgm:presLayoutVars>
      </dgm:prSet>
      <dgm:spPr/>
    </dgm:pt>
    <dgm:pt modelId="{98E58EDC-1E1A-4147-BE9F-BD187DA5AD76}" type="pres">
      <dgm:prSet presAssocID="{EE646B6A-7605-4E42-BC1E-3E5444A18A8C}" presName="sibTrans" presStyleCnt="0"/>
      <dgm:spPr/>
    </dgm:pt>
    <dgm:pt modelId="{0CD7CA6B-AF5A-48D0-8609-1ABBFD269D55}" type="pres">
      <dgm:prSet presAssocID="{8086F13B-8B1E-40EB-B86C-098F1C3572C8}" presName="compNode" presStyleCnt="0"/>
      <dgm:spPr/>
    </dgm:pt>
    <dgm:pt modelId="{485EABF2-FA4D-45AA-AECB-021D77755B5B}" type="pres">
      <dgm:prSet presAssocID="{8086F13B-8B1E-40EB-B86C-098F1C3572C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CDFAD10-7EB5-4392-A5A5-D077381B6E50}" type="pres">
      <dgm:prSet presAssocID="{8086F13B-8B1E-40EB-B86C-098F1C3572C8}" presName="spaceRect" presStyleCnt="0"/>
      <dgm:spPr/>
    </dgm:pt>
    <dgm:pt modelId="{2D46BD6D-662F-453C-8A71-642F618E5F46}" type="pres">
      <dgm:prSet presAssocID="{8086F13B-8B1E-40EB-B86C-098F1C3572C8}" presName="textRect" presStyleLbl="revTx" presStyleIdx="1" presStyleCnt="6">
        <dgm:presLayoutVars>
          <dgm:chMax val="1"/>
          <dgm:chPref val="1"/>
        </dgm:presLayoutVars>
      </dgm:prSet>
      <dgm:spPr/>
    </dgm:pt>
    <dgm:pt modelId="{40262BCC-3260-425D-AD13-7B33C4FA2C00}" type="pres">
      <dgm:prSet presAssocID="{63D3AA2E-6D43-4101-B43D-B41AA1DCC59B}" presName="sibTrans" presStyleCnt="0"/>
      <dgm:spPr/>
    </dgm:pt>
    <dgm:pt modelId="{C0AAADDB-E4A8-4E62-BC84-B636B583AC18}" type="pres">
      <dgm:prSet presAssocID="{ECBAE125-4110-4117-B41B-32A791282554}" presName="compNode" presStyleCnt="0"/>
      <dgm:spPr/>
    </dgm:pt>
    <dgm:pt modelId="{BF2A5209-B770-43C1-81FC-2371880F4894}" type="pres">
      <dgm:prSet presAssocID="{ECBAE125-4110-4117-B41B-32A79128255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32924247-B1C3-4B67-84AD-F97A68AA2392}" type="pres">
      <dgm:prSet presAssocID="{ECBAE125-4110-4117-B41B-32A791282554}" presName="spaceRect" presStyleCnt="0"/>
      <dgm:spPr/>
    </dgm:pt>
    <dgm:pt modelId="{2FC3A388-D669-4B0D-A380-02BFF9E9BA96}" type="pres">
      <dgm:prSet presAssocID="{ECBAE125-4110-4117-B41B-32A791282554}" presName="textRect" presStyleLbl="revTx" presStyleIdx="2" presStyleCnt="6">
        <dgm:presLayoutVars>
          <dgm:chMax val="1"/>
          <dgm:chPref val="1"/>
        </dgm:presLayoutVars>
      </dgm:prSet>
      <dgm:spPr/>
    </dgm:pt>
    <dgm:pt modelId="{9CFC71DA-2E5E-417D-9A7E-919E689EC94B}" type="pres">
      <dgm:prSet presAssocID="{F8905387-8122-4047-AC2F-8A32B6082FE9}" presName="sibTrans" presStyleCnt="0"/>
      <dgm:spPr/>
    </dgm:pt>
    <dgm:pt modelId="{C4465230-5641-49A1-B114-B61519717FFE}" type="pres">
      <dgm:prSet presAssocID="{1AE6681C-4638-4E75-87AD-627C4CEBE2CC}" presName="compNode" presStyleCnt="0"/>
      <dgm:spPr/>
    </dgm:pt>
    <dgm:pt modelId="{AA4DEB90-9C82-4063-BA95-2E7F2935D3CA}" type="pres">
      <dgm:prSet presAssocID="{1AE6681C-4638-4E75-87AD-627C4CEBE2C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FAEDC06B-FFC0-4907-8F9D-7611CB07AA32}" type="pres">
      <dgm:prSet presAssocID="{1AE6681C-4638-4E75-87AD-627C4CEBE2CC}" presName="spaceRect" presStyleCnt="0"/>
      <dgm:spPr/>
    </dgm:pt>
    <dgm:pt modelId="{E23D3163-D3CA-46EA-AE14-F7C558A1D35D}" type="pres">
      <dgm:prSet presAssocID="{1AE6681C-4638-4E75-87AD-627C4CEBE2CC}" presName="textRect" presStyleLbl="revTx" presStyleIdx="3" presStyleCnt="6">
        <dgm:presLayoutVars>
          <dgm:chMax val="1"/>
          <dgm:chPref val="1"/>
        </dgm:presLayoutVars>
      </dgm:prSet>
      <dgm:spPr/>
    </dgm:pt>
    <dgm:pt modelId="{68B0FED1-E36D-4690-8BE0-0FC3ABF72ACE}" type="pres">
      <dgm:prSet presAssocID="{C15C9BB7-21A5-45D6-9478-5171213185FE}" presName="sibTrans" presStyleCnt="0"/>
      <dgm:spPr/>
    </dgm:pt>
    <dgm:pt modelId="{0B2722D2-0B89-47AD-B26B-69DFD60AB5AC}" type="pres">
      <dgm:prSet presAssocID="{75393909-B5A5-4B98-A57A-B6B2BFDD2A01}" presName="compNode" presStyleCnt="0"/>
      <dgm:spPr/>
    </dgm:pt>
    <dgm:pt modelId="{32DF29FF-6F0F-4E91-801E-4E129E020833}" type="pres">
      <dgm:prSet presAssocID="{75393909-B5A5-4B98-A57A-B6B2BFDD2A0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0EF8F60E-2152-4B9F-953C-64A31CED8CB8}" type="pres">
      <dgm:prSet presAssocID="{75393909-B5A5-4B98-A57A-B6B2BFDD2A01}" presName="spaceRect" presStyleCnt="0"/>
      <dgm:spPr/>
    </dgm:pt>
    <dgm:pt modelId="{9E5B5C77-A3DA-431D-9D24-293969192A33}" type="pres">
      <dgm:prSet presAssocID="{75393909-B5A5-4B98-A57A-B6B2BFDD2A01}" presName="textRect" presStyleLbl="revTx" presStyleIdx="4" presStyleCnt="6">
        <dgm:presLayoutVars>
          <dgm:chMax val="1"/>
          <dgm:chPref val="1"/>
        </dgm:presLayoutVars>
      </dgm:prSet>
      <dgm:spPr/>
    </dgm:pt>
    <dgm:pt modelId="{26380F86-4F6A-445B-985C-BC4229BF8E74}" type="pres">
      <dgm:prSet presAssocID="{AE5093C3-29AD-4560-9ECA-72F6D5441329}" presName="sibTrans" presStyleCnt="0"/>
      <dgm:spPr/>
    </dgm:pt>
    <dgm:pt modelId="{FD9E4DAD-74E7-4DD6-8884-19B66E241856}" type="pres">
      <dgm:prSet presAssocID="{F82AD5BC-1D60-476D-8F46-82A6FAB2E9F5}" presName="compNode" presStyleCnt="0"/>
      <dgm:spPr/>
    </dgm:pt>
    <dgm:pt modelId="{A31B731B-7DAD-4631-B01B-9E0350AECE7F}" type="pres">
      <dgm:prSet presAssocID="{F82AD5BC-1D60-476D-8F46-82A6FAB2E9F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FB13C96B-B38F-4D1B-96CA-2BD86E4A0F28}" type="pres">
      <dgm:prSet presAssocID="{F82AD5BC-1D60-476D-8F46-82A6FAB2E9F5}" presName="spaceRect" presStyleCnt="0"/>
      <dgm:spPr/>
    </dgm:pt>
    <dgm:pt modelId="{AA30C4A4-42F0-4081-8033-3221115F1116}" type="pres">
      <dgm:prSet presAssocID="{F82AD5BC-1D60-476D-8F46-82A6FAB2E9F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36C3161-C0D8-490E-8779-57ED05A854EC}" srcId="{F70CE18B-409E-4AEE-8A7A-DCB4448E1FD0}" destId="{F82AD5BC-1D60-476D-8F46-82A6FAB2E9F5}" srcOrd="5" destOrd="0" parTransId="{80E0F28F-9C17-49DB-B0AC-06964D60CE67}" sibTransId="{D087F6CE-0F2A-4F31-820D-B8DBD7BE30B6}"/>
    <dgm:cxn modelId="{A5EE4B6B-DBA0-438B-88DD-D83FF74D0FD2}" type="presOf" srcId="{F82AD5BC-1D60-476D-8F46-82A6FAB2E9F5}" destId="{AA30C4A4-42F0-4081-8033-3221115F1116}" srcOrd="0" destOrd="0" presId="urn:microsoft.com/office/officeart/2018/2/layout/IconLabelList"/>
    <dgm:cxn modelId="{0B96404F-B3DC-445D-902F-09A72C211C2B}" type="presOf" srcId="{F70CE18B-409E-4AEE-8A7A-DCB4448E1FD0}" destId="{D74C0257-00F6-4189-B0B7-0B335C292D52}" srcOrd="0" destOrd="0" presId="urn:microsoft.com/office/officeart/2018/2/layout/IconLabelList"/>
    <dgm:cxn modelId="{E6C6F755-A342-409A-9923-C110FC3EED0A}" type="presOf" srcId="{8086F13B-8B1E-40EB-B86C-098F1C3572C8}" destId="{2D46BD6D-662F-453C-8A71-642F618E5F46}" srcOrd="0" destOrd="0" presId="urn:microsoft.com/office/officeart/2018/2/layout/IconLabelList"/>
    <dgm:cxn modelId="{75FFD18D-886E-4FA8-B81E-26DF380B2E07}" srcId="{F70CE18B-409E-4AEE-8A7A-DCB4448E1FD0}" destId="{ECBAE125-4110-4117-B41B-32A791282554}" srcOrd="2" destOrd="0" parTransId="{0970CF77-8D96-4299-8B59-1DA95451C00C}" sibTransId="{F8905387-8122-4047-AC2F-8A32B6082FE9}"/>
    <dgm:cxn modelId="{F340B2B2-F54D-4B54-9E80-15A65036BB1A}" srcId="{F70CE18B-409E-4AEE-8A7A-DCB4448E1FD0}" destId="{75393909-B5A5-4B98-A57A-B6B2BFDD2A01}" srcOrd="4" destOrd="0" parTransId="{58411A32-EBA1-4B9A-8552-97485F72F072}" sibTransId="{AE5093C3-29AD-4560-9ECA-72F6D5441329}"/>
    <dgm:cxn modelId="{AB2D76B4-74E8-4211-9EAA-C49FEEF295A2}" srcId="{F70CE18B-409E-4AEE-8A7A-DCB4448E1FD0}" destId="{1AE6681C-4638-4E75-87AD-627C4CEBE2CC}" srcOrd="3" destOrd="0" parTransId="{37AA4248-2153-4553-B622-685BA9B0DA8A}" sibTransId="{C15C9BB7-21A5-45D6-9478-5171213185FE}"/>
    <dgm:cxn modelId="{C75606C4-6A72-47BC-97AC-06F0A99F915A}" type="presOf" srcId="{75393909-B5A5-4B98-A57A-B6B2BFDD2A01}" destId="{9E5B5C77-A3DA-431D-9D24-293969192A33}" srcOrd="0" destOrd="0" presId="urn:microsoft.com/office/officeart/2018/2/layout/IconLabelList"/>
    <dgm:cxn modelId="{6A0D16C4-0C08-44BE-847A-5DB9F5D6E0F3}" type="presOf" srcId="{ECBAE125-4110-4117-B41B-32A791282554}" destId="{2FC3A388-D669-4B0D-A380-02BFF9E9BA96}" srcOrd="0" destOrd="0" presId="urn:microsoft.com/office/officeart/2018/2/layout/IconLabelList"/>
    <dgm:cxn modelId="{B77184C6-D62B-461A-886C-3DE562793917}" type="presOf" srcId="{A4EE294B-70C3-4821-BC8E-CBAE87F00942}" destId="{4A34F7CB-FAE6-43A7-9E1A-B5BB01D738BD}" srcOrd="0" destOrd="0" presId="urn:microsoft.com/office/officeart/2018/2/layout/IconLabelList"/>
    <dgm:cxn modelId="{B7CC5CD2-1DD3-456E-89FB-3C2D5B6AB321}" srcId="{F70CE18B-409E-4AEE-8A7A-DCB4448E1FD0}" destId="{8086F13B-8B1E-40EB-B86C-098F1C3572C8}" srcOrd="1" destOrd="0" parTransId="{4897E24E-9C9B-4520-967D-1CBC2E0ADF3C}" sibTransId="{63D3AA2E-6D43-4101-B43D-B41AA1DCC59B}"/>
    <dgm:cxn modelId="{177E55E2-71AB-4BF7-B618-614AEED05D70}" srcId="{F70CE18B-409E-4AEE-8A7A-DCB4448E1FD0}" destId="{A4EE294B-70C3-4821-BC8E-CBAE87F00942}" srcOrd="0" destOrd="0" parTransId="{B3601BF4-7596-4BB2-8E36-5A108A84F095}" sibTransId="{EE646B6A-7605-4E42-BC1E-3E5444A18A8C}"/>
    <dgm:cxn modelId="{8ED03CE6-FE96-4780-A337-9B8EE5FC9C8E}" type="presOf" srcId="{1AE6681C-4638-4E75-87AD-627C4CEBE2CC}" destId="{E23D3163-D3CA-46EA-AE14-F7C558A1D35D}" srcOrd="0" destOrd="0" presId="urn:microsoft.com/office/officeart/2018/2/layout/IconLabelList"/>
    <dgm:cxn modelId="{0875F79F-DDE0-41EF-80DB-27D218C9F346}" type="presParOf" srcId="{D74C0257-00F6-4189-B0B7-0B335C292D52}" destId="{7B02ACF7-507F-4786-8402-C859260F59EA}" srcOrd="0" destOrd="0" presId="urn:microsoft.com/office/officeart/2018/2/layout/IconLabelList"/>
    <dgm:cxn modelId="{92967B45-92BF-4FAB-8FB7-7EECAB9DB876}" type="presParOf" srcId="{7B02ACF7-507F-4786-8402-C859260F59EA}" destId="{950B9331-E8AC-410C-9213-574DE3B3A47E}" srcOrd="0" destOrd="0" presId="urn:microsoft.com/office/officeart/2018/2/layout/IconLabelList"/>
    <dgm:cxn modelId="{7CB6DE02-4B46-4FBC-97E9-C3FEC6EAB2BC}" type="presParOf" srcId="{7B02ACF7-507F-4786-8402-C859260F59EA}" destId="{9939BC4B-36E7-4CD6-BF3C-0D91D8E81954}" srcOrd="1" destOrd="0" presId="urn:microsoft.com/office/officeart/2018/2/layout/IconLabelList"/>
    <dgm:cxn modelId="{03E7724E-E939-447C-A089-6F86AB79437F}" type="presParOf" srcId="{7B02ACF7-507F-4786-8402-C859260F59EA}" destId="{4A34F7CB-FAE6-43A7-9E1A-B5BB01D738BD}" srcOrd="2" destOrd="0" presId="urn:microsoft.com/office/officeart/2018/2/layout/IconLabelList"/>
    <dgm:cxn modelId="{21158A6D-34D1-4D62-A1E3-CF26A79CCEE8}" type="presParOf" srcId="{D74C0257-00F6-4189-B0B7-0B335C292D52}" destId="{98E58EDC-1E1A-4147-BE9F-BD187DA5AD76}" srcOrd="1" destOrd="0" presId="urn:microsoft.com/office/officeart/2018/2/layout/IconLabelList"/>
    <dgm:cxn modelId="{2CA42C87-4DB0-4DE5-9610-ACD6BD179195}" type="presParOf" srcId="{D74C0257-00F6-4189-B0B7-0B335C292D52}" destId="{0CD7CA6B-AF5A-48D0-8609-1ABBFD269D55}" srcOrd="2" destOrd="0" presId="urn:microsoft.com/office/officeart/2018/2/layout/IconLabelList"/>
    <dgm:cxn modelId="{3A05C6F9-993C-41A9-8F79-15C34416D5DA}" type="presParOf" srcId="{0CD7CA6B-AF5A-48D0-8609-1ABBFD269D55}" destId="{485EABF2-FA4D-45AA-AECB-021D77755B5B}" srcOrd="0" destOrd="0" presId="urn:microsoft.com/office/officeart/2018/2/layout/IconLabelList"/>
    <dgm:cxn modelId="{607328F2-838D-4310-BA6E-B05BC1EE0663}" type="presParOf" srcId="{0CD7CA6B-AF5A-48D0-8609-1ABBFD269D55}" destId="{2CDFAD10-7EB5-4392-A5A5-D077381B6E50}" srcOrd="1" destOrd="0" presId="urn:microsoft.com/office/officeart/2018/2/layout/IconLabelList"/>
    <dgm:cxn modelId="{44CAD121-12F9-46FA-B5F0-4F10DE4CF699}" type="presParOf" srcId="{0CD7CA6B-AF5A-48D0-8609-1ABBFD269D55}" destId="{2D46BD6D-662F-453C-8A71-642F618E5F46}" srcOrd="2" destOrd="0" presId="urn:microsoft.com/office/officeart/2018/2/layout/IconLabelList"/>
    <dgm:cxn modelId="{B02DD17A-C7D2-4D39-934D-20F0190DB0D3}" type="presParOf" srcId="{D74C0257-00F6-4189-B0B7-0B335C292D52}" destId="{40262BCC-3260-425D-AD13-7B33C4FA2C00}" srcOrd="3" destOrd="0" presId="urn:microsoft.com/office/officeart/2018/2/layout/IconLabelList"/>
    <dgm:cxn modelId="{A4CE4956-4AA0-4314-B563-E97E37CBF849}" type="presParOf" srcId="{D74C0257-00F6-4189-B0B7-0B335C292D52}" destId="{C0AAADDB-E4A8-4E62-BC84-B636B583AC18}" srcOrd="4" destOrd="0" presId="urn:microsoft.com/office/officeart/2018/2/layout/IconLabelList"/>
    <dgm:cxn modelId="{76F50B1C-87C1-4150-B63E-8B3E96DA569C}" type="presParOf" srcId="{C0AAADDB-E4A8-4E62-BC84-B636B583AC18}" destId="{BF2A5209-B770-43C1-81FC-2371880F4894}" srcOrd="0" destOrd="0" presId="urn:microsoft.com/office/officeart/2018/2/layout/IconLabelList"/>
    <dgm:cxn modelId="{B0AB25D3-FA87-4C81-A80D-5275C0AE1A8E}" type="presParOf" srcId="{C0AAADDB-E4A8-4E62-BC84-B636B583AC18}" destId="{32924247-B1C3-4B67-84AD-F97A68AA2392}" srcOrd="1" destOrd="0" presId="urn:microsoft.com/office/officeart/2018/2/layout/IconLabelList"/>
    <dgm:cxn modelId="{F110B693-5E22-4A6C-AFBC-D8C45CBAB260}" type="presParOf" srcId="{C0AAADDB-E4A8-4E62-BC84-B636B583AC18}" destId="{2FC3A388-D669-4B0D-A380-02BFF9E9BA96}" srcOrd="2" destOrd="0" presId="urn:microsoft.com/office/officeart/2018/2/layout/IconLabelList"/>
    <dgm:cxn modelId="{039F142F-FFB9-4950-A5BA-9E8E9DD65F6D}" type="presParOf" srcId="{D74C0257-00F6-4189-B0B7-0B335C292D52}" destId="{9CFC71DA-2E5E-417D-9A7E-919E689EC94B}" srcOrd="5" destOrd="0" presId="urn:microsoft.com/office/officeart/2018/2/layout/IconLabelList"/>
    <dgm:cxn modelId="{BD0511D6-27D1-47AA-BE17-492C90994F7B}" type="presParOf" srcId="{D74C0257-00F6-4189-B0B7-0B335C292D52}" destId="{C4465230-5641-49A1-B114-B61519717FFE}" srcOrd="6" destOrd="0" presId="urn:microsoft.com/office/officeart/2018/2/layout/IconLabelList"/>
    <dgm:cxn modelId="{1D7D97BD-524A-469A-81EB-4F32E0803D3E}" type="presParOf" srcId="{C4465230-5641-49A1-B114-B61519717FFE}" destId="{AA4DEB90-9C82-4063-BA95-2E7F2935D3CA}" srcOrd="0" destOrd="0" presId="urn:microsoft.com/office/officeart/2018/2/layout/IconLabelList"/>
    <dgm:cxn modelId="{36B841FF-EE0C-4215-B48E-AF326F35E47C}" type="presParOf" srcId="{C4465230-5641-49A1-B114-B61519717FFE}" destId="{FAEDC06B-FFC0-4907-8F9D-7611CB07AA32}" srcOrd="1" destOrd="0" presId="urn:microsoft.com/office/officeart/2018/2/layout/IconLabelList"/>
    <dgm:cxn modelId="{5A485955-0886-4AD3-9EDA-AB75E143AA73}" type="presParOf" srcId="{C4465230-5641-49A1-B114-B61519717FFE}" destId="{E23D3163-D3CA-46EA-AE14-F7C558A1D35D}" srcOrd="2" destOrd="0" presId="urn:microsoft.com/office/officeart/2018/2/layout/IconLabelList"/>
    <dgm:cxn modelId="{5147BA44-241E-47E9-921B-5C2B2509005C}" type="presParOf" srcId="{D74C0257-00F6-4189-B0B7-0B335C292D52}" destId="{68B0FED1-E36D-4690-8BE0-0FC3ABF72ACE}" srcOrd="7" destOrd="0" presId="urn:microsoft.com/office/officeart/2018/2/layout/IconLabelList"/>
    <dgm:cxn modelId="{E5278FD3-FC0E-4646-864D-0E35FDFEBBED}" type="presParOf" srcId="{D74C0257-00F6-4189-B0B7-0B335C292D52}" destId="{0B2722D2-0B89-47AD-B26B-69DFD60AB5AC}" srcOrd="8" destOrd="0" presId="urn:microsoft.com/office/officeart/2018/2/layout/IconLabelList"/>
    <dgm:cxn modelId="{F63E83C1-5BBB-43A5-A55D-B6F68D185E33}" type="presParOf" srcId="{0B2722D2-0B89-47AD-B26B-69DFD60AB5AC}" destId="{32DF29FF-6F0F-4E91-801E-4E129E020833}" srcOrd="0" destOrd="0" presId="urn:microsoft.com/office/officeart/2018/2/layout/IconLabelList"/>
    <dgm:cxn modelId="{C98F028D-0C7C-4194-9760-FBDD7283BECF}" type="presParOf" srcId="{0B2722D2-0B89-47AD-B26B-69DFD60AB5AC}" destId="{0EF8F60E-2152-4B9F-953C-64A31CED8CB8}" srcOrd="1" destOrd="0" presId="urn:microsoft.com/office/officeart/2018/2/layout/IconLabelList"/>
    <dgm:cxn modelId="{B2DBA830-F9EC-4EE3-A44F-90943C9BE979}" type="presParOf" srcId="{0B2722D2-0B89-47AD-B26B-69DFD60AB5AC}" destId="{9E5B5C77-A3DA-431D-9D24-293969192A33}" srcOrd="2" destOrd="0" presId="urn:microsoft.com/office/officeart/2018/2/layout/IconLabelList"/>
    <dgm:cxn modelId="{A44D6D37-38AB-447E-84C6-0234B31E6499}" type="presParOf" srcId="{D74C0257-00F6-4189-B0B7-0B335C292D52}" destId="{26380F86-4F6A-445B-985C-BC4229BF8E74}" srcOrd="9" destOrd="0" presId="urn:microsoft.com/office/officeart/2018/2/layout/IconLabelList"/>
    <dgm:cxn modelId="{583C9FA4-BC63-4013-BF77-4747F0D933FA}" type="presParOf" srcId="{D74C0257-00F6-4189-B0B7-0B335C292D52}" destId="{FD9E4DAD-74E7-4DD6-8884-19B66E241856}" srcOrd="10" destOrd="0" presId="urn:microsoft.com/office/officeart/2018/2/layout/IconLabelList"/>
    <dgm:cxn modelId="{D2CEEB05-42CC-45FB-9BA7-A7417AED0CCD}" type="presParOf" srcId="{FD9E4DAD-74E7-4DD6-8884-19B66E241856}" destId="{A31B731B-7DAD-4631-B01B-9E0350AECE7F}" srcOrd="0" destOrd="0" presId="urn:microsoft.com/office/officeart/2018/2/layout/IconLabelList"/>
    <dgm:cxn modelId="{DB704DA9-9E2F-405F-A478-7F70339E7153}" type="presParOf" srcId="{FD9E4DAD-74E7-4DD6-8884-19B66E241856}" destId="{FB13C96B-B38F-4D1B-96CA-2BD86E4A0F28}" srcOrd="1" destOrd="0" presId="urn:microsoft.com/office/officeart/2018/2/layout/IconLabelList"/>
    <dgm:cxn modelId="{AE90084E-5A73-4FDE-90FA-3EE35841D712}" type="presParOf" srcId="{FD9E4DAD-74E7-4DD6-8884-19B66E241856}" destId="{AA30C4A4-42F0-4081-8033-3221115F11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7D4506-2A32-46FA-9817-4B2E8C4706AC}">
      <dsp:nvSpPr>
        <dsp:cNvPr id="0" name=""/>
        <dsp:cNvSpPr/>
      </dsp:nvSpPr>
      <dsp:spPr>
        <a:xfrm>
          <a:off x="0" y="130559"/>
          <a:ext cx="5619750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project focuses on analyzing customer reviews using Natural Language Processing (NLP) techniques.</a:t>
          </a:r>
        </a:p>
      </dsp:txBody>
      <dsp:txXfrm>
        <a:off x="23303" y="153862"/>
        <a:ext cx="5573144" cy="430753"/>
      </dsp:txXfrm>
    </dsp:sp>
    <dsp:sp modelId="{95FBB2EB-2FA6-4386-A024-21203D0C1F96}">
      <dsp:nvSpPr>
        <dsp:cNvPr id="0" name=""/>
        <dsp:cNvSpPr/>
      </dsp:nvSpPr>
      <dsp:spPr>
        <a:xfrm>
          <a:off x="0" y="642479"/>
          <a:ext cx="5619750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✅ Objective:</a:t>
          </a:r>
        </a:p>
      </dsp:txBody>
      <dsp:txXfrm>
        <a:off x="23303" y="665782"/>
        <a:ext cx="5573144" cy="430753"/>
      </dsp:txXfrm>
    </dsp:sp>
    <dsp:sp modelId="{BC3ACF70-F4AD-4B5C-91F3-238ADD4106EF}">
      <dsp:nvSpPr>
        <dsp:cNvPr id="0" name=""/>
        <dsp:cNvSpPr/>
      </dsp:nvSpPr>
      <dsp:spPr>
        <a:xfrm>
          <a:off x="0" y="1154399"/>
          <a:ext cx="5619750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Identify the sentiment (Positive, Negative, Neutral) from customer reviews.</a:t>
          </a:r>
        </a:p>
      </dsp:txBody>
      <dsp:txXfrm>
        <a:off x="23303" y="1177702"/>
        <a:ext cx="5573144" cy="430753"/>
      </dsp:txXfrm>
    </dsp:sp>
    <dsp:sp modelId="{1CA8CB29-04C3-469A-A649-FBA53FF78DE4}">
      <dsp:nvSpPr>
        <dsp:cNvPr id="0" name=""/>
        <dsp:cNvSpPr/>
      </dsp:nvSpPr>
      <dsp:spPr>
        <a:xfrm>
          <a:off x="0" y="1666319"/>
          <a:ext cx="5619750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Understand customer emotions and feedback patterns.</a:t>
          </a:r>
        </a:p>
      </dsp:txBody>
      <dsp:txXfrm>
        <a:off x="23303" y="1689622"/>
        <a:ext cx="5573144" cy="430753"/>
      </dsp:txXfrm>
    </dsp:sp>
    <dsp:sp modelId="{77571956-D5CF-4BF0-B446-42A734B6CF1C}">
      <dsp:nvSpPr>
        <dsp:cNvPr id="0" name=""/>
        <dsp:cNvSpPr/>
      </dsp:nvSpPr>
      <dsp:spPr>
        <a:xfrm>
          <a:off x="0" y="2178239"/>
          <a:ext cx="5619750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✅ Importance:</a:t>
          </a:r>
        </a:p>
      </dsp:txBody>
      <dsp:txXfrm>
        <a:off x="23303" y="2201542"/>
        <a:ext cx="5573144" cy="430753"/>
      </dsp:txXfrm>
    </dsp:sp>
    <dsp:sp modelId="{546334ED-0506-4759-BC7C-2D72150EB83C}">
      <dsp:nvSpPr>
        <dsp:cNvPr id="0" name=""/>
        <dsp:cNvSpPr/>
      </dsp:nvSpPr>
      <dsp:spPr>
        <a:xfrm>
          <a:off x="0" y="2690159"/>
          <a:ext cx="5619750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Helps companies track satisfaction.</a:t>
          </a:r>
        </a:p>
      </dsp:txBody>
      <dsp:txXfrm>
        <a:off x="23303" y="2713462"/>
        <a:ext cx="5573144" cy="430753"/>
      </dsp:txXfrm>
    </dsp:sp>
    <dsp:sp modelId="{5454DBCC-32A5-4B93-A76F-459FDBC6AD69}">
      <dsp:nvSpPr>
        <dsp:cNvPr id="0" name=""/>
        <dsp:cNvSpPr/>
      </dsp:nvSpPr>
      <dsp:spPr>
        <a:xfrm>
          <a:off x="0" y="3202079"/>
          <a:ext cx="5619750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Improves customer service and marketing strategies.</a:t>
          </a:r>
        </a:p>
      </dsp:txBody>
      <dsp:txXfrm>
        <a:off x="23303" y="3225382"/>
        <a:ext cx="5573144" cy="4307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FC2F6B-1B4E-41FB-8DC1-BAF7F139C9BE}">
      <dsp:nvSpPr>
        <dsp:cNvPr id="0" name=""/>
        <dsp:cNvSpPr/>
      </dsp:nvSpPr>
      <dsp:spPr>
        <a:xfrm>
          <a:off x="11786" y="271544"/>
          <a:ext cx="651908" cy="6519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A81B4A-5D20-4A6D-9DB2-C7C7FD77CB2F}">
      <dsp:nvSpPr>
        <dsp:cNvPr id="0" name=""/>
        <dsp:cNvSpPr/>
      </dsp:nvSpPr>
      <dsp:spPr>
        <a:xfrm>
          <a:off x="148687" y="408444"/>
          <a:ext cx="378106" cy="378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03A1A-E6C9-41BF-9745-56487B5DE1E0}">
      <dsp:nvSpPr>
        <dsp:cNvPr id="0" name=""/>
        <dsp:cNvSpPr/>
      </dsp:nvSpPr>
      <dsp:spPr>
        <a:xfrm>
          <a:off x="803389" y="271544"/>
          <a:ext cx="1536640" cy="651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New features were created to add more meaning to the data.</a:t>
          </a:r>
        </a:p>
      </dsp:txBody>
      <dsp:txXfrm>
        <a:off x="803389" y="271544"/>
        <a:ext cx="1536640" cy="651908"/>
      </dsp:txXfrm>
    </dsp:sp>
    <dsp:sp modelId="{3C168F44-0AE0-408F-8D6A-F7697540337A}">
      <dsp:nvSpPr>
        <dsp:cNvPr id="0" name=""/>
        <dsp:cNvSpPr/>
      </dsp:nvSpPr>
      <dsp:spPr>
        <a:xfrm>
          <a:off x="2607778" y="271544"/>
          <a:ext cx="651908" cy="6519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09EEF-134B-4BD4-88E1-2B8666C51DFD}">
      <dsp:nvSpPr>
        <dsp:cNvPr id="0" name=""/>
        <dsp:cNvSpPr/>
      </dsp:nvSpPr>
      <dsp:spPr>
        <a:xfrm>
          <a:off x="2744678" y="408444"/>
          <a:ext cx="378106" cy="378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CE5CA-CF68-411C-A818-C3C1AF308A10}">
      <dsp:nvSpPr>
        <dsp:cNvPr id="0" name=""/>
        <dsp:cNvSpPr/>
      </dsp:nvSpPr>
      <dsp:spPr>
        <a:xfrm>
          <a:off x="3399381" y="271544"/>
          <a:ext cx="1536640" cy="651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Added Features:</a:t>
          </a:r>
        </a:p>
      </dsp:txBody>
      <dsp:txXfrm>
        <a:off x="3399381" y="271544"/>
        <a:ext cx="1536640" cy="651908"/>
      </dsp:txXfrm>
    </dsp:sp>
    <dsp:sp modelId="{987C6B1A-A4FC-4709-B338-3D7A8DA89ECF}">
      <dsp:nvSpPr>
        <dsp:cNvPr id="0" name=""/>
        <dsp:cNvSpPr/>
      </dsp:nvSpPr>
      <dsp:spPr>
        <a:xfrm>
          <a:off x="5203769" y="271544"/>
          <a:ext cx="651908" cy="6519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20540-BEAD-48E2-B909-DBFF535C807D}">
      <dsp:nvSpPr>
        <dsp:cNvPr id="0" name=""/>
        <dsp:cNvSpPr/>
      </dsp:nvSpPr>
      <dsp:spPr>
        <a:xfrm>
          <a:off x="5340670" y="408444"/>
          <a:ext cx="378106" cy="378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DE711-E2D9-415D-87CA-990965B150A8}">
      <dsp:nvSpPr>
        <dsp:cNvPr id="0" name=""/>
        <dsp:cNvSpPr/>
      </dsp:nvSpPr>
      <dsp:spPr>
        <a:xfrm>
          <a:off x="5995372" y="271544"/>
          <a:ext cx="1536640" cy="651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Review_Length: Total number of words in a review.</a:t>
          </a:r>
        </a:p>
      </dsp:txBody>
      <dsp:txXfrm>
        <a:off x="5995372" y="271544"/>
        <a:ext cx="1536640" cy="651908"/>
      </dsp:txXfrm>
    </dsp:sp>
    <dsp:sp modelId="{56B4F91D-AC1B-486B-99E8-E0CE84B37360}">
      <dsp:nvSpPr>
        <dsp:cNvPr id="0" name=""/>
        <dsp:cNvSpPr/>
      </dsp:nvSpPr>
      <dsp:spPr>
        <a:xfrm>
          <a:off x="11786" y="1567085"/>
          <a:ext cx="651908" cy="6519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CE6CBE-82D0-4625-9238-CF002478281A}">
      <dsp:nvSpPr>
        <dsp:cNvPr id="0" name=""/>
        <dsp:cNvSpPr/>
      </dsp:nvSpPr>
      <dsp:spPr>
        <a:xfrm>
          <a:off x="148687" y="1703986"/>
          <a:ext cx="378106" cy="3781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6468E-71A6-47D7-9890-064122D77AEF}">
      <dsp:nvSpPr>
        <dsp:cNvPr id="0" name=""/>
        <dsp:cNvSpPr/>
      </dsp:nvSpPr>
      <dsp:spPr>
        <a:xfrm>
          <a:off x="803389" y="1567085"/>
          <a:ext cx="1536640" cy="651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Sentiment Score: Calculated using VADER tool.</a:t>
          </a:r>
        </a:p>
      </dsp:txBody>
      <dsp:txXfrm>
        <a:off x="803389" y="1567085"/>
        <a:ext cx="1536640" cy="651908"/>
      </dsp:txXfrm>
    </dsp:sp>
    <dsp:sp modelId="{5CEFDB40-A24E-4241-9659-DB562E88D0A9}">
      <dsp:nvSpPr>
        <dsp:cNvPr id="0" name=""/>
        <dsp:cNvSpPr/>
      </dsp:nvSpPr>
      <dsp:spPr>
        <a:xfrm>
          <a:off x="2607778" y="1567085"/>
          <a:ext cx="651908" cy="65190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B66465-DF63-4F74-A847-DA7A9A8436E4}">
      <dsp:nvSpPr>
        <dsp:cNvPr id="0" name=""/>
        <dsp:cNvSpPr/>
      </dsp:nvSpPr>
      <dsp:spPr>
        <a:xfrm>
          <a:off x="2744678" y="1703986"/>
          <a:ext cx="378106" cy="3781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9D017-9E79-4B6E-BCC0-0AB7E0B3710F}">
      <dsp:nvSpPr>
        <dsp:cNvPr id="0" name=""/>
        <dsp:cNvSpPr/>
      </dsp:nvSpPr>
      <dsp:spPr>
        <a:xfrm>
          <a:off x="3399381" y="1567085"/>
          <a:ext cx="1536640" cy="651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Example:</a:t>
          </a:r>
        </a:p>
      </dsp:txBody>
      <dsp:txXfrm>
        <a:off x="3399381" y="1567085"/>
        <a:ext cx="1536640" cy="651908"/>
      </dsp:txXfrm>
    </dsp:sp>
    <dsp:sp modelId="{B4A5B77F-A321-4246-B403-A4FBFBA1B3BB}">
      <dsp:nvSpPr>
        <dsp:cNvPr id="0" name=""/>
        <dsp:cNvSpPr/>
      </dsp:nvSpPr>
      <dsp:spPr>
        <a:xfrm>
          <a:off x="5203769" y="1567085"/>
          <a:ext cx="651908" cy="6519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23531-4325-4DD9-8921-F0A4658B8579}">
      <dsp:nvSpPr>
        <dsp:cNvPr id="0" name=""/>
        <dsp:cNvSpPr/>
      </dsp:nvSpPr>
      <dsp:spPr>
        <a:xfrm>
          <a:off x="5340670" y="1703986"/>
          <a:ext cx="378106" cy="3781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B0A62-4A20-4CB8-8DD9-7923612F16A9}">
      <dsp:nvSpPr>
        <dsp:cNvPr id="0" name=""/>
        <dsp:cNvSpPr/>
      </dsp:nvSpPr>
      <dsp:spPr>
        <a:xfrm>
          <a:off x="5995372" y="1567085"/>
          <a:ext cx="1536640" cy="651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Review_Length helps analyze if long reviews are more negative.</a:t>
          </a:r>
        </a:p>
      </dsp:txBody>
      <dsp:txXfrm>
        <a:off x="5995372" y="1567085"/>
        <a:ext cx="1536640" cy="651908"/>
      </dsp:txXfrm>
    </dsp:sp>
    <dsp:sp modelId="{9D1CDB51-D9EA-4BD0-8174-6CB10603151B}">
      <dsp:nvSpPr>
        <dsp:cNvPr id="0" name=""/>
        <dsp:cNvSpPr/>
      </dsp:nvSpPr>
      <dsp:spPr>
        <a:xfrm>
          <a:off x="11786" y="2862627"/>
          <a:ext cx="651908" cy="6519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D9022-F8C0-45B5-9039-3D4A663B66EC}">
      <dsp:nvSpPr>
        <dsp:cNvPr id="0" name=""/>
        <dsp:cNvSpPr/>
      </dsp:nvSpPr>
      <dsp:spPr>
        <a:xfrm>
          <a:off x="148687" y="2999528"/>
          <a:ext cx="378106" cy="37810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80C36-48BD-4CEE-858A-D14DE4972BED}">
      <dsp:nvSpPr>
        <dsp:cNvPr id="0" name=""/>
        <dsp:cNvSpPr/>
      </dsp:nvSpPr>
      <dsp:spPr>
        <a:xfrm>
          <a:off x="803389" y="2862627"/>
          <a:ext cx="1536640" cy="651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Sentiment Score ranges from -1 (negative) to +1 (positive).</a:t>
          </a:r>
        </a:p>
      </dsp:txBody>
      <dsp:txXfrm>
        <a:off x="803389" y="2862627"/>
        <a:ext cx="1536640" cy="6519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04F4C-7A75-446E-8634-3A2C60D7BD4F}">
      <dsp:nvSpPr>
        <dsp:cNvPr id="0" name=""/>
        <dsp:cNvSpPr/>
      </dsp:nvSpPr>
      <dsp:spPr>
        <a:xfrm>
          <a:off x="0" y="592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4B111-FFAB-4FFB-B702-7E8256D1DEB4}">
      <dsp:nvSpPr>
        <dsp:cNvPr id="0" name=""/>
        <dsp:cNvSpPr/>
      </dsp:nvSpPr>
      <dsp:spPr>
        <a:xfrm>
          <a:off x="0" y="592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✅ Tools Used:</a:t>
          </a:r>
          <a:endParaRPr lang="en-US" sz="1300" kern="1200"/>
        </a:p>
      </dsp:txBody>
      <dsp:txXfrm>
        <a:off x="0" y="592"/>
        <a:ext cx="4668183" cy="485016"/>
      </dsp:txXfrm>
    </dsp:sp>
    <dsp:sp modelId="{7B1B9392-523F-4CBF-B1D9-D78DBFF01F7D}">
      <dsp:nvSpPr>
        <dsp:cNvPr id="0" name=""/>
        <dsp:cNvSpPr/>
      </dsp:nvSpPr>
      <dsp:spPr>
        <a:xfrm>
          <a:off x="0" y="485608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72B2B-28CB-4E8E-B7AE-C985931C2023}">
      <dsp:nvSpPr>
        <dsp:cNvPr id="0" name=""/>
        <dsp:cNvSpPr/>
      </dsp:nvSpPr>
      <dsp:spPr>
        <a:xfrm>
          <a:off x="0" y="485608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- VADER for rule-based sentiment scoring.</a:t>
          </a:r>
          <a:endParaRPr lang="en-US" sz="1300" kern="1200"/>
        </a:p>
      </dsp:txBody>
      <dsp:txXfrm>
        <a:off x="0" y="485608"/>
        <a:ext cx="4668183" cy="485016"/>
      </dsp:txXfrm>
    </dsp:sp>
    <dsp:sp modelId="{F43DB940-D44D-4D31-AB7A-2DEFB2D61792}">
      <dsp:nvSpPr>
        <dsp:cNvPr id="0" name=""/>
        <dsp:cNvSpPr/>
      </dsp:nvSpPr>
      <dsp:spPr>
        <a:xfrm>
          <a:off x="0" y="970625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908CB-EC50-48F5-BE69-91ACBB49C0E4}">
      <dsp:nvSpPr>
        <dsp:cNvPr id="0" name=""/>
        <dsp:cNvSpPr/>
      </dsp:nvSpPr>
      <dsp:spPr>
        <a:xfrm>
          <a:off x="0" y="970625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- Machine Learning models like Logistic Regression.</a:t>
          </a:r>
          <a:endParaRPr lang="en-US" sz="1300" kern="1200"/>
        </a:p>
      </dsp:txBody>
      <dsp:txXfrm>
        <a:off x="0" y="970625"/>
        <a:ext cx="4668183" cy="485016"/>
      </dsp:txXfrm>
    </dsp:sp>
    <dsp:sp modelId="{85D37621-D314-4ED1-80E2-2AE1752CC1B2}">
      <dsp:nvSpPr>
        <dsp:cNvPr id="0" name=""/>
        <dsp:cNvSpPr/>
      </dsp:nvSpPr>
      <dsp:spPr>
        <a:xfrm>
          <a:off x="0" y="1455641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20184-4DA0-4C05-874F-C309003BDCBA}">
      <dsp:nvSpPr>
        <dsp:cNvPr id="0" name=""/>
        <dsp:cNvSpPr/>
      </dsp:nvSpPr>
      <dsp:spPr>
        <a:xfrm>
          <a:off x="0" y="1455641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- Deep Learning models like LSTM for better text understanding.</a:t>
          </a:r>
          <a:endParaRPr lang="en-US" sz="1300" kern="1200"/>
        </a:p>
      </dsp:txBody>
      <dsp:txXfrm>
        <a:off x="0" y="1455641"/>
        <a:ext cx="4668183" cy="485016"/>
      </dsp:txXfrm>
    </dsp:sp>
    <dsp:sp modelId="{675DE4C5-EACD-4340-9CA5-77280CD59CE9}">
      <dsp:nvSpPr>
        <dsp:cNvPr id="0" name=""/>
        <dsp:cNvSpPr/>
      </dsp:nvSpPr>
      <dsp:spPr>
        <a:xfrm>
          <a:off x="0" y="1940658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B225D-C2BE-4BB5-BD6D-D0F4E88D966B}">
      <dsp:nvSpPr>
        <dsp:cNvPr id="0" name=""/>
        <dsp:cNvSpPr/>
      </dsp:nvSpPr>
      <dsp:spPr>
        <a:xfrm>
          <a:off x="0" y="1940658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✅ Process:</a:t>
          </a:r>
          <a:endParaRPr lang="en-US" sz="1300" kern="1200"/>
        </a:p>
      </dsp:txBody>
      <dsp:txXfrm>
        <a:off x="0" y="1940658"/>
        <a:ext cx="4668183" cy="485016"/>
      </dsp:txXfrm>
    </dsp:sp>
    <dsp:sp modelId="{DEB95FDF-04A1-4CDD-8BC5-2136EAFDE180}">
      <dsp:nvSpPr>
        <dsp:cNvPr id="0" name=""/>
        <dsp:cNvSpPr/>
      </dsp:nvSpPr>
      <dsp:spPr>
        <a:xfrm>
          <a:off x="0" y="2425675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AF32F-2DBD-4D60-8635-1AB93CCCD3FA}">
      <dsp:nvSpPr>
        <dsp:cNvPr id="0" name=""/>
        <dsp:cNvSpPr/>
      </dsp:nvSpPr>
      <dsp:spPr>
        <a:xfrm>
          <a:off x="0" y="2425675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1. Split data into training and testing sets.</a:t>
          </a:r>
          <a:endParaRPr lang="en-US" sz="1300" kern="1200"/>
        </a:p>
      </dsp:txBody>
      <dsp:txXfrm>
        <a:off x="0" y="2425675"/>
        <a:ext cx="4668183" cy="485016"/>
      </dsp:txXfrm>
    </dsp:sp>
    <dsp:sp modelId="{09FA532A-A013-4E4E-834F-3F93F30D8A9F}">
      <dsp:nvSpPr>
        <dsp:cNvPr id="0" name=""/>
        <dsp:cNvSpPr/>
      </dsp:nvSpPr>
      <dsp:spPr>
        <a:xfrm>
          <a:off x="0" y="2910691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819C6-C5B0-4DE3-8F13-7A3727CC171C}">
      <dsp:nvSpPr>
        <dsp:cNvPr id="0" name=""/>
        <dsp:cNvSpPr/>
      </dsp:nvSpPr>
      <dsp:spPr>
        <a:xfrm>
          <a:off x="0" y="2910691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2. Train models on cleaned and tokenized data.</a:t>
          </a:r>
          <a:endParaRPr lang="en-US" sz="1300" kern="1200"/>
        </a:p>
      </dsp:txBody>
      <dsp:txXfrm>
        <a:off x="0" y="2910691"/>
        <a:ext cx="4668183" cy="485016"/>
      </dsp:txXfrm>
    </dsp:sp>
    <dsp:sp modelId="{1BC98DC2-4012-46E1-A21D-28CCCEB16092}">
      <dsp:nvSpPr>
        <dsp:cNvPr id="0" name=""/>
        <dsp:cNvSpPr/>
      </dsp:nvSpPr>
      <dsp:spPr>
        <a:xfrm>
          <a:off x="0" y="3395708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9F79A-293B-4112-81E6-FF28F7196569}">
      <dsp:nvSpPr>
        <dsp:cNvPr id="0" name=""/>
        <dsp:cNvSpPr/>
      </dsp:nvSpPr>
      <dsp:spPr>
        <a:xfrm>
          <a:off x="0" y="3395708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3. Evaluate model accuracy and confusion matrix.</a:t>
          </a:r>
          <a:endParaRPr lang="en-US" sz="1300" kern="1200"/>
        </a:p>
      </dsp:txBody>
      <dsp:txXfrm>
        <a:off x="0" y="3395708"/>
        <a:ext cx="4668183" cy="485016"/>
      </dsp:txXfrm>
    </dsp:sp>
    <dsp:sp modelId="{82A9C437-16BD-407A-B526-6A10FAA8C61E}">
      <dsp:nvSpPr>
        <dsp:cNvPr id="0" name=""/>
        <dsp:cNvSpPr/>
      </dsp:nvSpPr>
      <dsp:spPr>
        <a:xfrm>
          <a:off x="0" y="3880724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4342E-FF76-409C-A753-5453EE600950}">
      <dsp:nvSpPr>
        <dsp:cNvPr id="0" name=""/>
        <dsp:cNvSpPr/>
      </dsp:nvSpPr>
      <dsp:spPr>
        <a:xfrm>
          <a:off x="0" y="3880724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✅ Evaluation Metrics:</a:t>
          </a:r>
          <a:endParaRPr lang="en-US" sz="1300" kern="1200"/>
        </a:p>
      </dsp:txBody>
      <dsp:txXfrm>
        <a:off x="0" y="3880724"/>
        <a:ext cx="4668183" cy="485016"/>
      </dsp:txXfrm>
    </dsp:sp>
    <dsp:sp modelId="{9A568BA7-DB3C-49F1-A4FC-70E0DC051F9E}">
      <dsp:nvSpPr>
        <dsp:cNvPr id="0" name=""/>
        <dsp:cNvSpPr/>
      </dsp:nvSpPr>
      <dsp:spPr>
        <a:xfrm>
          <a:off x="0" y="4365741"/>
          <a:ext cx="46681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85292-717C-42EA-BFD4-3E0929DAF772}">
      <dsp:nvSpPr>
        <dsp:cNvPr id="0" name=""/>
        <dsp:cNvSpPr/>
      </dsp:nvSpPr>
      <dsp:spPr>
        <a:xfrm>
          <a:off x="0" y="4365741"/>
          <a:ext cx="4668183" cy="485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- Accuracy, Precision, Recall, and F1-Score.</a:t>
          </a:r>
          <a:endParaRPr lang="en-US" sz="1300" kern="1200"/>
        </a:p>
      </dsp:txBody>
      <dsp:txXfrm>
        <a:off x="0" y="4365741"/>
        <a:ext cx="4668183" cy="485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C39ED-C8A5-42AD-B929-7C513459048D}">
      <dsp:nvSpPr>
        <dsp:cNvPr id="0" name=""/>
        <dsp:cNvSpPr/>
      </dsp:nvSpPr>
      <dsp:spPr>
        <a:xfrm>
          <a:off x="669683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FAC2B-31EA-4C16-9F4F-DD43A49393A2}">
      <dsp:nvSpPr>
        <dsp:cNvPr id="0" name=""/>
        <dsp:cNvSpPr/>
      </dsp:nvSpPr>
      <dsp:spPr>
        <a:xfrm>
          <a:off x="296016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Tools:</a:t>
          </a:r>
        </a:p>
      </dsp:txBody>
      <dsp:txXfrm>
        <a:off x="296016" y="1113606"/>
        <a:ext cx="1358789" cy="543515"/>
      </dsp:txXfrm>
    </dsp:sp>
    <dsp:sp modelId="{36A2E688-55D5-448D-9219-BBD521FE1C6A}">
      <dsp:nvSpPr>
        <dsp:cNvPr id="0" name=""/>
        <dsp:cNvSpPr/>
      </dsp:nvSpPr>
      <dsp:spPr>
        <a:xfrm>
          <a:off x="2266260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F19E2-2EA1-47A9-B64B-0322F960A2BD}">
      <dsp:nvSpPr>
        <dsp:cNvPr id="0" name=""/>
        <dsp:cNvSpPr/>
      </dsp:nvSpPr>
      <dsp:spPr>
        <a:xfrm>
          <a:off x="1892593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Python, Jupyter Notebook</a:t>
          </a:r>
        </a:p>
      </dsp:txBody>
      <dsp:txXfrm>
        <a:off x="1892593" y="1113606"/>
        <a:ext cx="1358789" cy="543515"/>
      </dsp:txXfrm>
    </dsp:sp>
    <dsp:sp modelId="{FCD36950-3771-41E8-8A73-AFCB5C8EB827}">
      <dsp:nvSpPr>
        <dsp:cNvPr id="0" name=""/>
        <dsp:cNvSpPr/>
      </dsp:nvSpPr>
      <dsp:spPr>
        <a:xfrm>
          <a:off x="3862837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3640A-ADF2-49B6-916D-959A05E5DDD2}">
      <dsp:nvSpPr>
        <dsp:cNvPr id="0" name=""/>
        <dsp:cNvSpPr/>
      </dsp:nvSpPr>
      <dsp:spPr>
        <a:xfrm>
          <a:off x="3489170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Pandas, NumPy for data manipulation</a:t>
          </a:r>
        </a:p>
      </dsp:txBody>
      <dsp:txXfrm>
        <a:off x="3489170" y="1113606"/>
        <a:ext cx="1358789" cy="543515"/>
      </dsp:txXfrm>
    </dsp:sp>
    <dsp:sp modelId="{F362C0E7-CD0D-4E21-82DC-09F4C441A7F4}">
      <dsp:nvSpPr>
        <dsp:cNvPr id="0" name=""/>
        <dsp:cNvSpPr/>
      </dsp:nvSpPr>
      <dsp:spPr>
        <a:xfrm>
          <a:off x="5459414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60955-5D3B-44B6-B53D-A263E3CB1F49}">
      <dsp:nvSpPr>
        <dsp:cNvPr id="0" name=""/>
        <dsp:cNvSpPr/>
      </dsp:nvSpPr>
      <dsp:spPr>
        <a:xfrm>
          <a:off x="5085747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Matplotlib, Seaborn, WordCloud for visualization</a:t>
          </a:r>
        </a:p>
      </dsp:txBody>
      <dsp:txXfrm>
        <a:off x="5085747" y="1113606"/>
        <a:ext cx="1358789" cy="543515"/>
      </dsp:txXfrm>
    </dsp:sp>
    <dsp:sp modelId="{19EAF739-E64C-4DC3-9A03-0E0B8A39EAD2}">
      <dsp:nvSpPr>
        <dsp:cNvPr id="0" name=""/>
        <dsp:cNvSpPr/>
      </dsp:nvSpPr>
      <dsp:spPr>
        <a:xfrm>
          <a:off x="669683" y="1996819"/>
          <a:ext cx="611455" cy="6114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7D21C-0CEE-49CB-9487-863CF959C83D}">
      <dsp:nvSpPr>
        <dsp:cNvPr id="0" name=""/>
        <dsp:cNvSpPr/>
      </dsp:nvSpPr>
      <dsp:spPr>
        <a:xfrm>
          <a:off x="296016" y="2827510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NLTK, VADER for text preprocessing and sentiment analysis</a:t>
          </a:r>
        </a:p>
      </dsp:txBody>
      <dsp:txXfrm>
        <a:off x="296016" y="2827510"/>
        <a:ext cx="1358789" cy="543515"/>
      </dsp:txXfrm>
    </dsp:sp>
    <dsp:sp modelId="{2490BDDD-7016-4D26-8EF0-E592A3AC42DD}">
      <dsp:nvSpPr>
        <dsp:cNvPr id="0" name=""/>
        <dsp:cNvSpPr/>
      </dsp:nvSpPr>
      <dsp:spPr>
        <a:xfrm>
          <a:off x="2266260" y="1996819"/>
          <a:ext cx="611455" cy="61145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B10F6-4B2C-483A-ADD1-0889FCF63F77}">
      <dsp:nvSpPr>
        <dsp:cNvPr id="0" name=""/>
        <dsp:cNvSpPr/>
      </dsp:nvSpPr>
      <dsp:spPr>
        <a:xfrm>
          <a:off x="1892593" y="2827510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Scikit-learn, TensorFlow/Keras for ML and DL models</a:t>
          </a:r>
        </a:p>
      </dsp:txBody>
      <dsp:txXfrm>
        <a:off x="1892593" y="2827510"/>
        <a:ext cx="1358789" cy="543515"/>
      </dsp:txXfrm>
    </dsp:sp>
    <dsp:sp modelId="{58A3DF66-77FF-4CE2-A1D6-3AD3037E3863}">
      <dsp:nvSpPr>
        <dsp:cNvPr id="0" name=""/>
        <dsp:cNvSpPr/>
      </dsp:nvSpPr>
      <dsp:spPr>
        <a:xfrm>
          <a:off x="3862837" y="1996819"/>
          <a:ext cx="611455" cy="61145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8A3F8-64E1-46E4-B469-AA5D11A02988}">
      <dsp:nvSpPr>
        <dsp:cNvPr id="0" name=""/>
        <dsp:cNvSpPr/>
      </dsp:nvSpPr>
      <dsp:spPr>
        <a:xfrm>
          <a:off x="3489170" y="2827510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Environment:</a:t>
          </a:r>
        </a:p>
      </dsp:txBody>
      <dsp:txXfrm>
        <a:off x="3489170" y="2827510"/>
        <a:ext cx="1358789" cy="543515"/>
      </dsp:txXfrm>
    </dsp:sp>
    <dsp:sp modelId="{6BEFB3CA-5E0D-4E6D-A3DC-F1FA55AAB2D5}">
      <dsp:nvSpPr>
        <dsp:cNvPr id="0" name=""/>
        <dsp:cNvSpPr/>
      </dsp:nvSpPr>
      <dsp:spPr>
        <a:xfrm>
          <a:off x="5459414" y="1996819"/>
          <a:ext cx="611455" cy="61145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9FE6B-5184-4EE9-BE4A-CE498E293F87}">
      <dsp:nvSpPr>
        <dsp:cNvPr id="0" name=""/>
        <dsp:cNvSpPr/>
      </dsp:nvSpPr>
      <dsp:spPr>
        <a:xfrm>
          <a:off x="5085747" y="2827510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Google Colab / Jupyter Notebook</a:t>
          </a:r>
        </a:p>
      </dsp:txBody>
      <dsp:txXfrm>
        <a:off x="5085747" y="2827510"/>
        <a:ext cx="1358789" cy="5435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B9331-E8AC-410C-9213-574DE3B3A47E}">
      <dsp:nvSpPr>
        <dsp:cNvPr id="0" name=""/>
        <dsp:cNvSpPr/>
      </dsp:nvSpPr>
      <dsp:spPr>
        <a:xfrm>
          <a:off x="669683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4F7CB-FAE6-43A7-9E1A-B5BB01D738BD}">
      <dsp:nvSpPr>
        <dsp:cNvPr id="0" name=""/>
        <dsp:cNvSpPr/>
      </dsp:nvSpPr>
      <dsp:spPr>
        <a:xfrm>
          <a:off x="296016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Summary:</a:t>
          </a:r>
        </a:p>
      </dsp:txBody>
      <dsp:txXfrm>
        <a:off x="296016" y="1113606"/>
        <a:ext cx="1358789" cy="543515"/>
      </dsp:txXfrm>
    </dsp:sp>
    <dsp:sp modelId="{485EABF2-FA4D-45AA-AECB-021D77755B5B}">
      <dsp:nvSpPr>
        <dsp:cNvPr id="0" name=""/>
        <dsp:cNvSpPr/>
      </dsp:nvSpPr>
      <dsp:spPr>
        <a:xfrm>
          <a:off x="2266260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6BD6D-662F-453C-8A71-642F618E5F46}">
      <dsp:nvSpPr>
        <dsp:cNvPr id="0" name=""/>
        <dsp:cNvSpPr/>
      </dsp:nvSpPr>
      <dsp:spPr>
        <a:xfrm>
          <a:off x="1892593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The project demonstrated how NLP can extract emotions from customer reviews.</a:t>
          </a:r>
        </a:p>
      </dsp:txBody>
      <dsp:txXfrm>
        <a:off x="1892593" y="1113606"/>
        <a:ext cx="1358789" cy="543515"/>
      </dsp:txXfrm>
    </dsp:sp>
    <dsp:sp modelId="{BF2A5209-B770-43C1-81FC-2371880F4894}">
      <dsp:nvSpPr>
        <dsp:cNvPr id="0" name=""/>
        <dsp:cNvSpPr/>
      </dsp:nvSpPr>
      <dsp:spPr>
        <a:xfrm>
          <a:off x="3862837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3A388-D669-4B0D-A380-02BFF9E9BA96}">
      <dsp:nvSpPr>
        <dsp:cNvPr id="0" name=""/>
        <dsp:cNvSpPr/>
      </dsp:nvSpPr>
      <dsp:spPr>
        <a:xfrm>
          <a:off x="3489170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It helps organizations understand their customers and make data-driven decisions.</a:t>
          </a:r>
        </a:p>
      </dsp:txBody>
      <dsp:txXfrm>
        <a:off x="3489170" y="1113606"/>
        <a:ext cx="1358789" cy="543515"/>
      </dsp:txXfrm>
    </dsp:sp>
    <dsp:sp modelId="{AA4DEB90-9C82-4063-BA95-2E7F2935D3CA}">
      <dsp:nvSpPr>
        <dsp:cNvPr id="0" name=""/>
        <dsp:cNvSpPr/>
      </dsp:nvSpPr>
      <dsp:spPr>
        <a:xfrm>
          <a:off x="5459414" y="282914"/>
          <a:ext cx="611455" cy="6114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D3163-D3CA-46EA-AE14-F7C558A1D35D}">
      <dsp:nvSpPr>
        <dsp:cNvPr id="0" name=""/>
        <dsp:cNvSpPr/>
      </dsp:nvSpPr>
      <dsp:spPr>
        <a:xfrm>
          <a:off x="5085747" y="1113606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✅ Outcome:</a:t>
          </a:r>
        </a:p>
      </dsp:txBody>
      <dsp:txXfrm>
        <a:off x="5085747" y="1113606"/>
        <a:ext cx="1358789" cy="543515"/>
      </dsp:txXfrm>
    </dsp:sp>
    <dsp:sp modelId="{32DF29FF-6F0F-4E91-801E-4E129E020833}">
      <dsp:nvSpPr>
        <dsp:cNvPr id="0" name=""/>
        <dsp:cNvSpPr/>
      </dsp:nvSpPr>
      <dsp:spPr>
        <a:xfrm>
          <a:off x="2266260" y="1996819"/>
          <a:ext cx="611455" cy="61145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B5C77-A3DA-431D-9D24-293969192A33}">
      <dsp:nvSpPr>
        <dsp:cNvPr id="0" name=""/>
        <dsp:cNvSpPr/>
      </dsp:nvSpPr>
      <dsp:spPr>
        <a:xfrm>
          <a:off x="1892593" y="2827510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Clear sentiment classification.</a:t>
          </a:r>
        </a:p>
      </dsp:txBody>
      <dsp:txXfrm>
        <a:off x="1892593" y="2827510"/>
        <a:ext cx="1358789" cy="543515"/>
      </dsp:txXfrm>
    </dsp:sp>
    <dsp:sp modelId="{A31B731B-7DAD-4631-B01B-9E0350AECE7F}">
      <dsp:nvSpPr>
        <dsp:cNvPr id="0" name=""/>
        <dsp:cNvSpPr/>
      </dsp:nvSpPr>
      <dsp:spPr>
        <a:xfrm>
          <a:off x="3862837" y="1996819"/>
          <a:ext cx="611455" cy="61145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0C4A4-42F0-4081-8033-3221115F1116}">
      <dsp:nvSpPr>
        <dsp:cNvPr id="0" name=""/>
        <dsp:cNvSpPr/>
      </dsp:nvSpPr>
      <dsp:spPr>
        <a:xfrm>
          <a:off x="3489170" y="2827510"/>
          <a:ext cx="1358789" cy="543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Actionable insights for product and service improvement.</a:t>
          </a:r>
        </a:p>
      </dsp:txBody>
      <dsp:txXfrm>
        <a:off x="3489170" y="2827510"/>
        <a:ext cx="1358789" cy="543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96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6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15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7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1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8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46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7654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07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2643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53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53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0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3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18AFEF74-07AB-91DF-F2A9-432C202868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09" y="2514600"/>
            <a:ext cx="6686550" cy="22627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>
                <a:solidFill>
                  <a:schemeClr val="tx1"/>
                </a:solidFill>
              </a:rPr>
              <a:t>Capstone Final Project – Sentiment Analysis on Customer Reviews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09" y="4777379"/>
            <a:ext cx="6686550" cy="1126283"/>
          </a:xfrm>
        </p:spPr>
        <p:txBody>
          <a:bodyPr>
            <a:normAutofit/>
          </a:bodyPr>
          <a:lstStyle/>
          <a:p>
            <a:r>
              <a:rPr lang="en-US" dirty="0"/>
              <a:t>By Manoj Kapri | </a:t>
            </a:r>
            <a:r>
              <a:rPr lang="en-US" dirty="0" err="1"/>
              <a:t>Digicrome</a:t>
            </a:r>
            <a:r>
              <a:rPr lang="en-US" dirty="0"/>
              <a:t> Academy a Final Project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46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>
            <a:extLst>
              <a:ext uri="{FF2B5EF4-FFF2-40B4-BE49-F238E27FC236}">
                <a16:creationId xmlns:a16="http://schemas.microsoft.com/office/drawing/2014/main" id="{712B9179-46D7-411D-B420-9553D515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7793831" cy="6858000"/>
          </a:xfrm>
          <a:custGeom>
            <a:avLst/>
            <a:gdLst>
              <a:gd name="T0" fmla="*/ 0 w 2184"/>
              <a:gd name="T1" fmla="*/ 1441 h 1441"/>
              <a:gd name="T2" fmla="*/ 1482 w 2184"/>
              <a:gd name="T3" fmla="*/ 1441 h 1441"/>
              <a:gd name="T4" fmla="*/ 2161 w 2184"/>
              <a:gd name="T5" fmla="*/ 762 h 1441"/>
              <a:gd name="T6" fmla="*/ 2161 w 2184"/>
              <a:gd name="T7" fmla="*/ 678 h 1441"/>
              <a:gd name="T8" fmla="*/ 1483 w 2184"/>
              <a:gd name="T9" fmla="*/ 0 h 1441"/>
              <a:gd name="T10" fmla="*/ 0 w 2184"/>
              <a:gd name="T11" fmla="*/ 0 h 1441"/>
              <a:gd name="T12" fmla="*/ 0 w 2184"/>
              <a:gd name="T13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84" h="1441">
                <a:moveTo>
                  <a:pt x="0" y="1441"/>
                </a:moveTo>
                <a:cubicBezTo>
                  <a:pt x="1482" y="1441"/>
                  <a:pt x="1482" y="1441"/>
                  <a:pt x="1482" y="1441"/>
                </a:cubicBezTo>
                <a:cubicBezTo>
                  <a:pt x="2161" y="762"/>
                  <a:pt x="2161" y="762"/>
                  <a:pt x="2161" y="762"/>
                </a:cubicBezTo>
                <a:cubicBezTo>
                  <a:pt x="2184" y="739"/>
                  <a:pt x="2184" y="701"/>
                  <a:pt x="2161" y="678"/>
                </a:cubicBezTo>
                <a:cubicBezTo>
                  <a:pt x="1483" y="0"/>
                  <a:pt x="1483" y="0"/>
                  <a:pt x="1483" y="0"/>
                </a:cubicBezTo>
                <a:cubicBezTo>
                  <a:pt x="0" y="0"/>
                  <a:pt x="0" y="0"/>
                  <a:pt x="0" y="0"/>
                </a:cubicBezTo>
                <a:lnTo>
                  <a:pt x="0" y="1441"/>
                </a:lnTo>
                <a:close/>
              </a:path>
            </a:pathLst>
          </a:custGeom>
          <a:solidFill>
            <a:schemeClr val="tx2">
              <a:lumMod val="50000"/>
              <a:alpha val="9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626533"/>
            <a:ext cx="5346700" cy="1278467"/>
          </a:xfrm>
        </p:spPr>
        <p:txBody>
          <a:bodyPr anchor="ctr">
            <a:normAutofit/>
          </a:bodyPr>
          <a:lstStyle/>
          <a:p>
            <a:r>
              <a:rPr lang="en-IN" sz="2800">
                <a:solidFill>
                  <a:srgbClr val="FEFFFF"/>
                </a:solidFill>
              </a:rPr>
              <a:t>1. Project Overview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2FBE0773-3D37-6E42-E585-3300E20B8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016533"/>
              </p:ext>
            </p:extLst>
          </p:nvPr>
        </p:nvGraphicFramePr>
        <p:xfrm>
          <a:off x="406401" y="2133599"/>
          <a:ext cx="5619750" cy="3809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796" y="624110"/>
            <a:ext cx="6098663" cy="1280890"/>
          </a:xfrm>
        </p:spPr>
        <p:txBody>
          <a:bodyPr>
            <a:normAutofit/>
          </a:bodyPr>
          <a:lstStyle/>
          <a:p>
            <a:r>
              <a:rPr lang="en-IN"/>
              <a:t>2. Dataset 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9796" y="2133600"/>
            <a:ext cx="6098663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The dataset contains customer reviews, titles, and product information.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✅ Main Columns:</a:t>
            </a:r>
          </a:p>
          <a:p>
            <a:pPr>
              <a:lnSpc>
                <a:spcPct val="90000"/>
              </a:lnSpc>
            </a:pPr>
            <a:r>
              <a:rPr lang="en-US" sz="1500"/>
              <a:t>- reviews.text: Customer review content.</a:t>
            </a:r>
          </a:p>
          <a:p>
            <a:pPr>
              <a:lnSpc>
                <a:spcPct val="90000"/>
              </a:lnSpc>
            </a:pPr>
            <a:r>
              <a:rPr lang="en-US" sz="1500"/>
              <a:t>- reviews.title: Title of the review.</a:t>
            </a:r>
          </a:p>
          <a:p>
            <a:pPr>
              <a:lnSpc>
                <a:spcPct val="90000"/>
              </a:lnSpc>
            </a:pPr>
            <a:r>
              <a:rPr lang="en-US" sz="1500"/>
              <a:t>- reviews.rating: Rating score (if available).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✅ Data Size:</a:t>
            </a:r>
          </a:p>
          <a:p>
            <a:pPr>
              <a:lnSpc>
                <a:spcPct val="90000"/>
              </a:lnSpc>
            </a:pPr>
            <a:r>
              <a:rPr lang="en-US" sz="1500"/>
              <a:t>- Thousands of reviews across multiple product categories.</a:t>
            </a:r>
          </a:p>
          <a:p>
            <a:pPr>
              <a:lnSpc>
                <a:spcPct val="90000"/>
              </a:lnSpc>
            </a:pPr>
            <a:r>
              <a:rPr lang="en-US" sz="1500"/>
              <a:t>- Electronics category dominates the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5879851-1A1D-4246-AAA1-C484E858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41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FC6C18-C7F1-91C4-AE02-F630C47BB6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10999" b="-1"/>
          <a:stretch>
            <a:fillRect/>
          </a:stretch>
        </p:blipFill>
        <p:spPr>
          <a:xfrm>
            <a:off x="-6618" y="10"/>
            <a:ext cx="914399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34" y="624110"/>
            <a:ext cx="6683766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3. 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8850" y="2133600"/>
            <a:ext cx="6686550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Preprocessing was done to make text machine-readable and consistent.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✅ Steps:</a:t>
            </a:r>
          </a:p>
          <a:p>
            <a:pPr>
              <a:lnSpc>
                <a:spcPct val="90000"/>
              </a:lnSpc>
            </a:pPr>
            <a:r>
              <a:rPr lang="en-US" sz="1500"/>
              <a:t>- Convert text to lowercase.</a:t>
            </a:r>
          </a:p>
          <a:p>
            <a:pPr>
              <a:lnSpc>
                <a:spcPct val="90000"/>
              </a:lnSpc>
            </a:pPr>
            <a:r>
              <a:rPr lang="en-US" sz="1500"/>
              <a:t>- Remove punctuation, special characters, and stopwords.</a:t>
            </a:r>
          </a:p>
          <a:p>
            <a:pPr>
              <a:lnSpc>
                <a:spcPct val="90000"/>
              </a:lnSpc>
            </a:pPr>
            <a:r>
              <a:rPr lang="en-US" sz="1500"/>
              <a:t>- Tokenize words (split text into words).</a:t>
            </a:r>
          </a:p>
          <a:p>
            <a:pPr>
              <a:lnSpc>
                <a:spcPct val="90000"/>
              </a:lnSpc>
            </a:pPr>
            <a:r>
              <a:rPr lang="en-US" sz="1500"/>
              <a:t>- Lemmatize words (reduce to root form).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✅ Why Important:</a:t>
            </a:r>
          </a:p>
          <a:p>
            <a:pPr>
              <a:lnSpc>
                <a:spcPct val="90000"/>
              </a:lnSpc>
            </a:pPr>
            <a:r>
              <a:rPr lang="en-US" sz="1500"/>
              <a:t>- Removes noise and improves model accuracy.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5FC171-5EF1-470A-B19B-DB937973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Multi-colored paper-craft art">
            <a:extLst>
              <a:ext uri="{FF2B5EF4-FFF2-40B4-BE49-F238E27FC236}">
                <a16:creationId xmlns:a16="http://schemas.microsoft.com/office/drawing/2014/main" id="{589E9237-1DC6-CC08-5DD8-A76F01B4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6798" r="420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AD68EE7-6E6F-4168-83FE-BCDDC20F5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38C7C522-2CA3-4927-812D-9F1AC9FF8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95459CF-DC15-4960-B065-B8C71F25B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D5D9080-6901-48E6-B2A9-DA3090880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A2BD6BF-BDB9-43A3-B792-B7B26CC6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96208F4-D505-4A68-BEDF-E96961846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6BB5AC3B-3C17-491B-9140-0261A64CF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9C3FE957-2461-4A04-9808-804832D2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E7D39AF-E43F-4198-A96B-0C6F6879B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163D5F0-0E60-477F-81E5-926E3D2C4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A971080-800C-4323-A282-9C7F0C275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8BEDE905-174F-4921-8707-372BD09EC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DFEA88C-59D1-4353-9ABE-DA5838604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3" y="624110"/>
            <a:ext cx="6683766" cy="1280890"/>
          </a:xfrm>
        </p:spPr>
        <p:txBody>
          <a:bodyPr>
            <a:normAutofit/>
          </a:bodyPr>
          <a:lstStyle/>
          <a:p>
            <a:r>
              <a:t>4. Exploratory Data Analysis (EDA)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8D5B2B-7539-4692-96C7-956FDD481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1F56A0F-589B-4CE8-ACA8-16FF7B1E1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0617EF01-C9DD-49D3-8908-08A76FA76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12BC412-C80D-4F01-BD6C-35A065C6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66FC409-A644-41DE-AF06-C7D374CF8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2E31667-996B-4BEB-AA28-B7BA46346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5286DA5-36AF-465E-8B17-EE32FCB5C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EF5BC6ED-F1E5-43AF-9DC4-53919898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871659D-02E2-4544-8225-DA9A0D3FE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0741C423-01DC-43E6-B41E-EB37934C2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EB1085C-0035-4E7D-A905-DB7603D9B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41C9FE3F-7AEF-4142-9E70-1AAB92A99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07FA83E8-0042-4D3D-87A1-FDE325C51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85D77DF-610F-4D0F-A3D2-4FBBC9664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2513384B-399F-47B1-9ABD-172607AA4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EDA was used to understand patterns in customer sentiment.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✅ Key Insights:</a:t>
            </a:r>
          </a:p>
          <a:p>
            <a:pPr>
              <a:lnSpc>
                <a:spcPct val="90000"/>
              </a:lnSpc>
            </a:pPr>
            <a:r>
              <a:rPr lang="en-US" sz="1500"/>
              <a:t>- Word clouds highlight frequent words:</a:t>
            </a:r>
          </a:p>
          <a:p>
            <a:pPr>
              <a:lnSpc>
                <a:spcPct val="90000"/>
              </a:lnSpc>
            </a:pPr>
            <a:r>
              <a:rPr lang="en-US" sz="1500"/>
              <a:t>  • Positive: great, excellent, recommended</a:t>
            </a:r>
          </a:p>
          <a:p>
            <a:pPr>
              <a:lnSpc>
                <a:spcPct val="90000"/>
              </a:lnSpc>
            </a:pPr>
            <a:r>
              <a:rPr lang="en-US" sz="1500"/>
              <a:t>  • Negative: bad, poor, disappointing</a:t>
            </a:r>
          </a:p>
          <a:p>
            <a:pPr>
              <a:lnSpc>
                <a:spcPct val="90000"/>
              </a:lnSpc>
            </a:pPr>
            <a:r>
              <a:rPr lang="en-US" sz="1500"/>
              <a:t>  • Neutral: good, decent, value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- Negative reviews are longer and more descriptive.</a:t>
            </a:r>
          </a:p>
          <a:p>
            <a:pPr>
              <a:lnSpc>
                <a:spcPct val="90000"/>
              </a:lnSpc>
            </a:pPr>
            <a:r>
              <a:rPr lang="en-US" sz="1500"/>
              <a:t>- Positive reviews are short and direct.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5. 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401A63-F5A1-B295-38AD-552CBB81E4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171559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r>
              <a:rPr lang="en-IN" sz="2300"/>
              <a:t>6. Model Development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44F885D-892B-EF1D-0118-7CB7D55E9B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60276" y="1059872"/>
          <a:ext cx="4668183" cy="485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5FC171-5EF1-470A-B19B-DB937973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7A81C-778C-8F9B-7A7E-9DBE714CD6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AD68EE7-6E6F-4168-83FE-BCDDC20F5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38C7C522-2CA3-4927-812D-9F1AC9FF8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95459CF-DC15-4960-B065-B8C71F25B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D5D9080-6901-48E6-B2A9-DA3090880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A2BD6BF-BDB9-43A3-B792-B7B26CC6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96208F4-D505-4A68-BEDF-E96961846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6BB5AC3B-3C17-491B-9140-0261A64CF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9C3FE957-2461-4A04-9808-804832D2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9E7D39AF-E43F-4198-A96B-0C6F6879B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2163D5F0-0E60-477F-81E5-926E3D2C4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CA971080-800C-4323-A282-9C7F0C275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8BEDE905-174F-4921-8707-372BD09EC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DFEA88C-59D1-4353-9ABE-DA5838604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3" y="624110"/>
            <a:ext cx="6683766" cy="1280890"/>
          </a:xfrm>
        </p:spPr>
        <p:txBody>
          <a:bodyPr>
            <a:normAutofit/>
          </a:bodyPr>
          <a:lstStyle/>
          <a:p>
            <a:r>
              <a:t>7. Results &amp; Insights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D8D5B2B-7539-4692-96C7-956FDD481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1F56A0F-589B-4CE8-ACA8-16FF7B1E1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0617EF01-C9DD-49D3-8908-08A76FA76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12BC412-C80D-4F01-BD6C-35A065C6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66FC409-A644-41DE-AF06-C7D374CF8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2E31667-996B-4BEB-AA28-B7BA46346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5286DA5-36AF-465E-8B17-EE32FCB5C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EF5BC6ED-F1E5-43AF-9DC4-53919898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B871659D-02E2-4544-8225-DA9A0D3FE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0741C423-01DC-43E6-B41E-EB37934C2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EB1085C-0035-4E7D-A905-DB7603D9B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41C9FE3F-7AEF-4142-9E70-1AAB92A99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07FA83E8-0042-4D3D-87A1-FDE325C51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685D77DF-610F-4D0F-A3D2-4FBBC9664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2513384B-399F-47B1-9ABD-172607AA4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✅ Results:</a:t>
            </a:r>
          </a:p>
          <a:p>
            <a:pPr>
              <a:lnSpc>
                <a:spcPct val="90000"/>
              </a:lnSpc>
            </a:pPr>
            <a:r>
              <a:rPr lang="en-US" sz="1500"/>
              <a:t>- Models successfully predicted sentiment with high accuracy.</a:t>
            </a:r>
          </a:p>
          <a:p>
            <a:pPr>
              <a:lnSpc>
                <a:spcPct val="90000"/>
              </a:lnSpc>
            </a:pPr>
            <a:r>
              <a:rPr lang="en-US" sz="1500"/>
              <a:t>- VADER provided strong baseline results.</a:t>
            </a:r>
          </a:p>
          <a:p>
            <a:pPr>
              <a:lnSpc>
                <a:spcPct val="90000"/>
              </a:lnSpc>
            </a:pPr>
            <a:r>
              <a:rPr lang="en-US" sz="1500"/>
              <a:t>- LSTM performed better for understanding context.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✅ Insights:</a:t>
            </a:r>
          </a:p>
          <a:p>
            <a:pPr>
              <a:lnSpc>
                <a:spcPct val="90000"/>
              </a:lnSpc>
            </a:pPr>
            <a:r>
              <a:rPr lang="en-US" sz="1500"/>
              <a:t>- Positive reviews are short and to the point.</a:t>
            </a:r>
          </a:p>
          <a:p>
            <a:pPr>
              <a:lnSpc>
                <a:spcPct val="90000"/>
              </a:lnSpc>
            </a:pPr>
            <a:r>
              <a:rPr lang="en-US" sz="1500"/>
              <a:t>- Negative reviews provide detailed feedback.</a:t>
            </a:r>
          </a:p>
          <a:p>
            <a:pPr>
              <a:lnSpc>
                <a:spcPct val="90000"/>
              </a:lnSpc>
            </a:pPr>
            <a:r>
              <a:rPr lang="en-US" sz="1500"/>
              <a:t>- Neutral reviews are balanced and objective.</a:t>
            </a:r>
          </a:p>
          <a:p>
            <a:pPr>
              <a:lnSpc>
                <a:spcPct val="90000"/>
              </a:lnSpc>
            </a:pPr>
            <a:r>
              <a:rPr lang="en-US" sz="1500"/>
              <a:t>- Proper text cleaning improves accuracy significantly.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1901B5-54FD-4B44-A07E-D651282DF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US"/>
              <a:t>8. Tools and Technologies Used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405D71-C37E-449D-A61C-11064F760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6C97661C-87C2-4FD2-AE84-0FA740CF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B25D06-C167-7FE0-A1CB-521CE13741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477732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BE15AD-74D9-4540-AECA-6A338D302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IN"/>
              <a:t>9. Conclusion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2E47D1-2C32-4FB7-A5F0-F31C8F390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4C5A90-A356-4F6E-92BE-AA6527470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09A106-DF36-CDDD-9BA8-31B9F263E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095456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FDEACC-D224-4F5B-A0BE-6581493C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7B8489-9450-4A50-94AF-90283270F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172199" cy="6858000"/>
          </a:xfrm>
          <a:prstGeom prst="rect">
            <a:avLst/>
          </a:prstGeom>
          <a:solidFill>
            <a:srgbClr val="325C6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9D81556A-CBCA-4ADE-9ACA-F18F2F5E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59027"/>
            <a:ext cx="6782018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787400"/>
            <a:ext cx="5359399" cy="778933"/>
          </a:xfrm>
        </p:spPr>
        <p:txBody>
          <a:bodyPr anchor="ctr">
            <a:normAutofit/>
          </a:bodyPr>
          <a:lstStyle/>
          <a:p>
            <a:r>
              <a:rPr lang="en-IN" sz="2800">
                <a:solidFill>
                  <a:srgbClr val="FEFFFF"/>
                </a:solidFill>
              </a:rPr>
              <a:t>10.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399" y="2032000"/>
            <a:ext cx="5359400" cy="3879222"/>
          </a:xfrm>
        </p:spPr>
        <p:txBody>
          <a:bodyPr>
            <a:normAutofit/>
          </a:bodyPr>
          <a:lstStyle/>
          <a:p>
            <a:pPr>
              <a:buClr>
                <a:srgbClr val="147F92"/>
              </a:buClr>
            </a:pPr>
            <a:r>
              <a:rPr lang="en-US">
                <a:solidFill>
                  <a:srgbClr val="FEFFFF"/>
                </a:solidFill>
              </a:rPr>
              <a:t>✅ Improvements:</a:t>
            </a:r>
          </a:p>
          <a:p>
            <a:pPr>
              <a:buClr>
                <a:srgbClr val="147F92"/>
              </a:buClr>
            </a:pPr>
            <a:r>
              <a:rPr lang="en-US">
                <a:solidFill>
                  <a:srgbClr val="FEFFFF"/>
                </a:solidFill>
              </a:rPr>
              <a:t>- Use advanced models like BERT or RoBERTa for higher accuracy.</a:t>
            </a:r>
          </a:p>
          <a:p>
            <a:pPr>
              <a:buClr>
                <a:srgbClr val="147F92"/>
              </a:buClr>
            </a:pPr>
            <a:r>
              <a:rPr lang="en-US">
                <a:solidFill>
                  <a:srgbClr val="FEFFFF"/>
                </a:solidFill>
              </a:rPr>
              <a:t>- Analyze bigger and more diverse datasets.</a:t>
            </a:r>
          </a:p>
          <a:p>
            <a:pPr>
              <a:buClr>
                <a:srgbClr val="147F92"/>
              </a:buClr>
            </a:pPr>
            <a:r>
              <a:rPr lang="en-US">
                <a:solidFill>
                  <a:srgbClr val="FEFFFF"/>
                </a:solidFill>
              </a:rPr>
              <a:t>- Deploy the model as a web app for real-time review analysis.</a:t>
            </a:r>
          </a:p>
          <a:p>
            <a:pPr>
              <a:buClr>
                <a:srgbClr val="147F92"/>
              </a:buClr>
            </a:pPr>
            <a:r>
              <a:rPr lang="en-US">
                <a:solidFill>
                  <a:srgbClr val="FEFFFF"/>
                </a:solidFill>
              </a:rPr>
              <a:t>- Add visual dashboards to track customer sentiment trends.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8C621074-804A-19D0-3F80-7E031F71A5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10" r="27018"/>
          <a:stretch>
            <a:fillRect/>
          </a:stretch>
        </p:blipFill>
        <p:spPr>
          <a:xfrm>
            <a:off x="6534792" y="2604255"/>
            <a:ext cx="2251449" cy="27179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157"/>
            <a:ext cx="1767505" cy="6853096"/>
            <a:chOff x="6627813" y="195610"/>
            <a:chExt cx="1952625" cy="5678141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922CC7D-9AB0-495B-8AEC-81B7CDEE1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01EF6D3-851E-4B24-A9CD-D38CA18A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34C02ECD-F75C-45DF-A249-716AE4455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11648B16-4A94-4F3F-B47F-F0C334287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37B30A17-8AF2-443F-A549-420892746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899AF856-9FE0-41D3-AE38-0028650E5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0AA03574-BAE0-48F0-AFFD-7FE53A80A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E5C11F0E-3CE3-4AA3-8903-97F7B6E77E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0084F2D6-47B1-4245-9971-C28AB2991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5ED0731E-418A-460F-A64A-D885C733A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CA7B555A-665D-4AF0-BE1D-FD9FD5518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76639BB9-DC72-4905-B646-14612CA4C4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33F5F41C-CB34-4D75-A726-A6A1468CC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4ECB3308-01BD-41F1-96DE-633B57C7E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62BC6C-FBDA-E191-364F-3F4E7231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909" y="4529540"/>
            <a:ext cx="6686550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Thank You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4A5389E-FAF0-49F8-B7DE-5DB1D39A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58" name="Freeform 27">
              <a:extLst>
                <a:ext uri="{FF2B5EF4-FFF2-40B4-BE49-F238E27FC236}">
                  <a16:creationId xmlns:a16="http://schemas.microsoft.com/office/drawing/2014/main" id="{38290ECD-2C1E-41E9-B72C-8A74E6A4D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28">
              <a:extLst>
                <a:ext uri="{FF2B5EF4-FFF2-40B4-BE49-F238E27FC236}">
                  <a16:creationId xmlns:a16="http://schemas.microsoft.com/office/drawing/2014/main" id="{D4262E79-CD33-402B-8B11-B973D22F2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29">
              <a:extLst>
                <a:ext uri="{FF2B5EF4-FFF2-40B4-BE49-F238E27FC236}">
                  <a16:creationId xmlns:a16="http://schemas.microsoft.com/office/drawing/2014/main" id="{D4E66077-E4B7-4D37-AAC4-0F2BDF92F3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C1CA20B0-9D1B-4696-8843-E29F303F5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8D6F844C-835B-426A-B64E-08FFD6F25F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0FA43E74-9BE8-4976-92B5-EAE1CE13D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9ACB84C5-04AD-4802-B5BD-57BDC91F7A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34">
              <a:extLst>
                <a:ext uri="{FF2B5EF4-FFF2-40B4-BE49-F238E27FC236}">
                  <a16:creationId xmlns:a16="http://schemas.microsoft.com/office/drawing/2014/main" id="{800BB42D-795C-4D34-B0C0-48C6DCAA5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35">
              <a:extLst>
                <a:ext uri="{FF2B5EF4-FFF2-40B4-BE49-F238E27FC236}">
                  <a16:creationId xmlns:a16="http://schemas.microsoft.com/office/drawing/2014/main" id="{F053FFBE-8DFA-4F0C-8654-84B82FF44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36">
              <a:extLst>
                <a:ext uri="{FF2B5EF4-FFF2-40B4-BE49-F238E27FC236}">
                  <a16:creationId xmlns:a16="http://schemas.microsoft.com/office/drawing/2014/main" id="{CF5AB1EE-3C75-41FC-BAC6-83222999D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37">
              <a:extLst>
                <a:ext uri="{FF2B5EF4-FFF2-40B4-BE49-F238E27FC236}">
                  <a16:creationId xmlns:a16="http://schemas.microsoft.com/office/drawing/2014/main" id="{5EB7AD58-332B-4EA3-9386-08FD955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60F8A3C2-0BFB-44EE-9532-B1FE64632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AA4E6AA2-BEA6-4D9C-940A-56C57341D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1F952574-D86F-C6B9-98E5-DEACE2785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1909" y="640080"/>
            <a:ext cx="3602736" cy="3602736"/>
          </a:xfrm>
          <a:prstGeom prst="rect">
            <a:avLst/>
          </a:prstGeom>
        </p:spPr>
      </p:pic>
      <p:sp>
        <p:nvSpPr>
          <p:cNvPr id="73" name="Freeform 33">
            <a:extLst>
              <a:ext uri="{FF2B5EF4-FFF2-40B4-BE49-F238E27FC236}">
                <a16:creationId xmlns:a16="http://schemas.microsoft.com/office/drawing/2014/main" id="{ED642ED3-CFED-4142-8502-CCC19944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50797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6</TotalTime>
  <Words>670</Words>
  <Application>Microsoft Office PowerPoint</Application>
  <PresentationFormat>On-screen Show (4:3)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Capstone Final Project – Sentiment Analysis on Customer Reviews</vt:lpstr>
      <vt:lpstr>1. Project Overview</vt:lpstr>
      <vt:lpstr>2. Dataset Description</vt:lpstr>
      <vt:lpstr>3. Data Cleaning &amp; Preprocessing</vt:lpstr>
      <vt:lpstr>4. Exploratory Data Analysis (EDA)</vt:lpstr>
      <vt:lpstr>5. Feature Engineering</vt:lpstr>
      <vt:lpstr>6. Model Development</vt:lpstr>
      <vt:lpstr>7. Results &amp; Insights</vt:lpstr>
      <vt:lpstr>8. Tools and Technologies Used</vt:lpstr>
      <vt:lpstr>9. Conclusion</vt:lpstr>
      <vt:lpstr>10.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Manoj Kapri</cp:lastModifiedBy>
  <cp:revision>6</cp:revision>
  <dcterms:created xsi:type="dcterms:W3CDTF">2013-01-27T09:14:16Z</dcterms:created>
  <dcterms:modified xsi:type="dcterms:W3CDTF">2025-11-02T03:24:12Z</dcterms:modified>
  <cp:category/>
</cp:coreProperties>
</file>